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12" r:id="rId2"/>
    <p:sldId id="306" r:id="rId3"/>
    <p:sldId id="307" r:id="rId4"/>
    <p:sldId id="311" r:id="rId5"/>
    <p:sldId id="310" r:id="rId6"/>
    <p:sldId id="314" r:id="rId7"/>
    <p:sldId id="315" r:id="rId8"/>
    <p:sldId id="320" r:id="rId9"/>
    <p:sldId id="321" r:id="rId10"/>
    <p:sldId id="322" r:id="rId11"/>
    <p:sldId id="323" r:id="rId12"/>
    <p:sldId id="329" r:id="rId13"/>
    <p:sldId id="325" r:id="rId14"/>
    <p:sldId id="326" r:id="rId15"/>
    <p:sldId id="327" r:id="rId16"/>
    <p:sldId id="328" r:id="rId17"/>
    <p:sldId id="330" r:id="rId18"/>
    <p:sldId id="331" r:id="rId19"/>
    <p:sldId id="332" r:id="rId20"/>
    <p:sldId id="333" r:id="rId21"/>
    <p:sldId id="334" r:id="rId22"/>
    <p:sldId id="336" r:id="rId23"/>
    <p:sldId id="335" r:id="rId24"/>
    <p:sldId id="337" r:id="rId25"/>
    <p:sldId id="338"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51" userDrawn="1">
          <p15:clr>
            <a:srgbClr val="A4A3A4"/>
          </p15:clr>
        </p15:guide>
        <p15:guide id="4" pos="7129" userDrawn="1">
          <p15:clr>
            <a:srgbClr val="A4A3A4"/>
          </p15:clr>
        </p15:guide>
        <p15:guide id="5" orient="horz" pos="459" userDrawn="1">
          <p15:clr>
            <a:srgbClr val="A4A3A4"/>
          </p15:clr>
        </p15:guide>
        <p15:guide id="6" orient="horz" pos="3861" userDrawn="1">
          <p15:clr>
            <a:srgbClr val="A4A3A4"/>
          </p15:clr>
        </p15:guide>
        <p15:guide id="7" pos="347" userDrawn="1">
          <p15:clr>
            <a:srgbClr val="A4A3A4"/>
          </p15:clr>
        </p15:guide>
        <p15:guide id="8" pos="73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3265" autoAdjust="0"/>
  </p:normalViewPr>
  <p:slideViewPr>
    <p:cSldViewPr snapToGrid="0" showGuides="1">
      <p:cViewPr varScale="1">
        <p:scale>
          <a:sx n="127" d="100"/>
          <a:sy n="127" d="100"/>
        </p:scale>
        <p:origin x="536" y="192"/>
      </p:cViewPr>
      <p:guideLst>
        <p:guide orient="horz" pos="2160"/>
        <p:guide pos="3840"/>
        <p:guide pos="551"/>
        <p:guide pos="7129"/>
        <p:guide orient="horz" pos="459"/>
        <p:guide orient="horz" pos="3861"/>
        <p:guide pos="347"/>
        <p:guide pos="73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Sheet1!$A$2:$A$5</c:f>
              <c:strCache>
                <c:ptCount val="4"/>
                <c:pt idx="0">
                  <c:v>数据 1</c:v>
                </c:pt>
                <c:pt idx="1">
                  <c:v>数据 2</c:v>
                </c:pt>
                <c:pt idx="2">
                  <c:v>数据 3</c:v>
                </c:pt>
                <c:pt idx="3">
                  <c:v>数据 4</c:v>
                </c:pt>
              </c:strCache>
            </c:strRef>
          </c:cat>
          <c:val>
            <c:numRef>
              <c:f>Sheet1!$B$2:$B$5</c:f>
              <c:numCache>
                <c:formatCode>General</c:formatCode>
                <c:ptCount val="4"/>
                <c:pt idx="0">
                  <c:v>4.9000000000000004</c:v>
                </c:pt>
                <c:pt idx="1">
                  <c:v>2.8</c:v>
                </c:pt>
                <c:pt idx="2">
                  <c:v>3</c:v>
                </c:pt>
                <c:pt idx="3">
                  <c:v>4.0999999999999996</c:v>
                </c:pt>
              </c:numCache>
            </c:numRef>
          </c:val>
          <c:smooth val="0"/>
          <c:extLst>
            <c:ext xmlns:c16="http://schemas.microsoft.com/office/drawing/2014/chart" uri="{C3380CC4-5D6E-409C-BE32-E72D297353CC}">
              <c16:uniqueId val="{00000000-3BF6-491B-A9C1-35B0D0FA619B}"/>
            </c:ext>
          </c:extLst>
        </c:ser>
        <c:ser>
          <c:idx val="1"/>
          <c:order val="1"/>
          <c:tx>
            <c:strRef>
              <c:f>Sheet1!$C$1</c:f>
              <c:strCache>
                <c:ptCount val="1"/>
                <c:pt idx="0">
                  <c:v>系列 2</c:v>
                </c:pt>
              </c:strCache>
            </c:strRef>
          </c:tx>
          <c:spPr>
            <a:ln w="28575" cap="rnd">
              <a:solidFill>
                <a:schemeClr val="accent2"/>
              </a:solidFill>
              <a:round/>
            </a:ln>
            <a:effectLst/>
          </c:spPr>
          <c:marker>
            <c:symbol val="none"/>
          </c:marker>
          <c:cat>
            <c:strRef>
              <c:f>Sheet1!$A$2:$A$5</c:f>
              <c:strCache>
                <c:ptCount val="4"/>
                <c:pt idx="0">
                  <c:v>数据 1</c:v>
                </c:pt>
                <c:pt idx="1">
                  <c:v>数据 2</c:v>
                </c:pt>
                <c:pt idx="2">
                  <c:v>数据 3</c:v>
                </c:pt>
                <c:pt idx="3">
                  <c:v>数据 4</c:v>
                </c:pt>
              </c:strCache>
            </c:strRef>
          </c:cat>
          <c:val>
            <c:numRef>
              <c:f>Sheet1!$C$2:$C$5</c:f>
              <c:numCache>
                <c:formatCode>General</c:formatCode>
                <c:ptCount val="4"/>
                <c:pt idx="0">
                  <c:v>2</c:v>
                </c:pt>
                <c:pt idx="1">
                  <c:v>4.9000000000000004</c:v>
                </c:pt>
                <c:pt idx="2">
                  <c:v>1.1000000000000001</c:v>
                </c:pt>
                <c:pt idx="3">
                  <c:v>2.2999999999999998</c:v>
                </c:pt>
              </c:numCache>
            </c:numRef>
          </c:val>
          <c:smooth val="0"/>
          <c:extLst>
            <c:ext xmlns:c16="http://schemas.microsoft.com/office/drawing/2014/chart" uri="{C3380CC4-5D6E-409C-BE32-E72D297353CC}">
              <c16:uniqueId val="{00000001-3BF6-491B-A9C1-35B0D0FA619B}"/>
            </c:ext>
          </c:extLst>
        </c:ser>
        <c:ser>
          <c:idx val="2"/>
          <c:order val="2"/>
          <c:tx>
            <c:strRef>
              <c:f>Sheet1!$D$1</c:f>
              <c:strCache>
                <c:ptCount val="1"/>
                <c:pt idx="0">
                  <c:v>系列 3</c:v>
                </c:pt>
              </c:strCache>
            </c:strRef>
          </c:tx>
          <c:spPr>
            <a:ln w="28575" cap="rnd">
              <a:solidFill>
                <a:schemeClr val="accent3"/>
              </a:solidFill>
              <a:round/>
            </a:ln>
            <a:effectLst/>
          </c:spPr>
          <c:marker>
            <c:symbol val="none"/>
          </c:marker>
          <c:cat>
            <c:strRef>
              <c:f>Sheet1!$A$2:$A$5</c:f>
              <c:strCache>
                <c:ptCount val="4"/>
                <c:pt idx="0">
                  <c:v>数据 1</c:v>
                </c:pt>
                <c:pt idx="1">
                  <c:v>数据 2</c:v>
                </c:pt>
                <c:pt idx="2">
                  <c:v>数据 3</c:v>
                </c:pt>
                <c:pt idx="3">
                  <c:v>数据 4</c:v>
                </c:pt>
              </c:strCache>
            </c:strRef>
          </c:cat>
          <c:val>
            <c:numRef>
              <c:f>Sheet1!$D$2:$D$5</c:f>
              <c:numCache>
                <c:formatCode>General</c:formatCode>
                <c:ptCount val="4"/>
                <c:pt idx="0">
                  <c:v>3</c:v>
                </c:pt>
                <c:pt idx="1">
                  <c:v>1.5</c:v>
                </c:pt>
                <c:pt idx="2">
                  <c:v>3.5</c:v>
                </c:pt>
                <c:pt idx="3">
                  <c:v>6</c:v>
                </c:pt>
              </c:numCache>
            </c:numRef>
          </c:val>
          <c:smooth val="0"/>
          <c:extLst>
            <c:ext xmlns:c16="http://schemas.microsoft.com/office/drawing/2014/chart" uri="{C3380CC4-5D6E-409C-BE32-E72D297353CC}">
              <c16:uniqueId val="{00000002-3BF6-491B-A9C1-35B0D0FA619B}"/>
            </c:ext>
          </c:extLst>
        </c:ser>
        <c:dLbls>
          <c:showLegendKey val="0"/>
          <c:showVal val="0"/>
          <c:showCatName val="0"/>
          <c:showSerName val="0"/>
          <c:showPercent val="0"/>
          <c:showBubbleSize val="0"/>
        </c:dLbls>
        <c:smooth val="0"/>
        <c:axId val="54585535"/>
        <c:axId val="54591775"/>
      </c:lineChart>
      <c:catAx>
        <c:axId val="545855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54591775"/>
        <c:crosses val="autoZero"/>
        <c:auto val="1"/>
        <c:lblAlgn val="ctr"/>
        <c:lblOffset val="100"/>
        <c:noMultiLvlLbl val="0"/>
      </c:catAx>
      <c:valAx>
        <c:axId val="545917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545855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A5E-7876-4EE8-8911-34AC3DFAAD6A}" type="datetimeFigureOut">
              <a:rPr lang="zh-CN" altLang="en-US" smtClean="0"/>
              <a:t>2026/8/20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8E1EA-5B9D-47B4-B3BE-1788425ED156}" type="slidenum">
              <a:rPr lang="zh-CN" altLang="en-US" smtClean="0"/>
              <a:t>‹#›</a:t>
            </a:fld>
            <a:endParaRPr lang="zh-CN" altLang="en-US"/>
          </a:p>
        </p:txBody>
      </p:sp>
    </p:spTree>
    <p:extLst>
      <p:ext uri="{BB962C8B-B14F-4D97-AF65-F5344CB8AC3E}">
        <p14:creationId xmlns:p14="http://schemas.microsoft.com/office/powerpoint/2010/main" val="392431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4D6D95-434A-018E-84F9-7173457357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88507BF-149B-C392-77D5-EBB617CA0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C29CA2-DBF9-8C18-5DDA-3DDF687509B9}"/>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C24F3C96-95F7-7835-DD5A-275221AD3C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AAB802-6815-0E86-2D54-929632FC36FC}"/>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2607383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E5969-869D-E0DE-7BC0-0F210172B9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7A698A9-71DD-B609-52CB-FDCB2A006E0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D102C9-9842-6442-2916-156551445CE0}"/>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0C04A2C2-DE86-D95B-67D5-E35BD9C02D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F8741-AF68-6599-742C-313C0C29288D}"/>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15382139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48247-FAF1-0D64-2531-E91720E39DC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FAA48B-5DDE-1915-B20D-42DFFD1220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45638D8-7337-7831-1035-4AE0E5E6F707}"/>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DCABD7B2-B9DB-7896-9EA6-D498127AB7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642FD9-AB89-2312-9F0B-7634A58C10C4}"/>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17939813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46F732-4463-D609-6EC8-14CCF0B974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33D05BE-807E-3500-DB46-4D33048DB07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CA0E45-EB88-9107-CD6F-2421580E770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DA30E50-33D6-4CF9-E7D2-83DF9C4274B0}"/>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6" name="页脚占位符 5">
            <a:extLst>
              <a:ext uri="{FF2B5EF4-FFF2-40B4-BE49-F238E27FC236}">
                <a16:creationId xmlns:a16="http://schemas.microsoft.com/office/drawing/2014/main" id="{A10A4ED4-FFF6-F377-A579-8007AAA639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EFCE96-6D85-F005-1286-D89F4A37F342}"/>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2587739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6075C3-5971-1BD6-AC3D-835663CF368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6F200A7-9635-E480-676B-04F30917C7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9E5CC7-693D-2559-AB92-46091321972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F122465-7DB6-1E45-8424-4465A4897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C88D889-9D40-0987-2B1D-A7FBF1B9AE1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D8A10E8-4358-B316-AC72-5F5EFD9BFB99}"/>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8" name="页脚占位符 7">
            <a:extLst>
              <a:ext uri="{FF2B5EF4-FFF2-40B4-BE49-F238E27FC236}">
                <a16:creationId xmlns:a16="http://schemas.microsoft.com/office/drawing/2014/main" id="{07EC066F-567D-7261-95F8-B7EBA7A1551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392184A-5712-6F96-99B4-00D2AC007C15}"/>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25386025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51BFA2-84F5-E280-8E09-4B7DE082364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4B2EA3-F28D-670E-AA2D-06CADE35A756}"/>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4" name="页脚占位符 3">
            <a:extLst>
              <a:ext uri="{FF2B5EF4-FFF2-40B4-BE49-F238E27FC236}">
                <a16:creationId xmlns:a16="http://schemas.microsoft.com/office/drawing/2014/main" id="{49184F13-4959-090F-391C-4D962EBC086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34743F-A406-94A8-E93A-F645507C8DFA}"/>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26758697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024E8FC6-095C-631B-3C48-BE5E91C0962E}"/>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4" name="页脚占位符 3">
            <a:extLst>
              <a:ext uri="{FF2B5EF4-FFF2-40B4-BE49-F238E27FC236}">
                <a16:creationId xmlns:a16="http://schemas.microsoft.com/office/drawing/2014/main" id="{2648B23A-708A-AF5B-426F-CE7A85A3B45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3732C64-A27E-6FBC-3BFA-17540D331C21}"/>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cxnSp>
        <p:nvCxnSpPr>
          <p:cNvPr id="2" name="直接连接符 1">
            <a:extLst>
              <a:ext uri="{FF2B5EF4-FFF2-40B4-BE49-F238E27FC236}">
                <a16:creationId xmlns:a16="http://schemas.microsoft.com/office/drawing/2014/main" id="{B88599FB-3CEC-D4E6-2CC0-2D0C3452569D}"/>
              </a:ext>
            </a:extLst>
          </p:cNvPr>
          <p:cNvCxnSpPr/>
          <p:nvPr userDrawn="1"/>
        </p:nvCxnSpPr>
        <p:spPr>
          <a:xfrm>
            <a:off x="550863" y="625654"/>
            <a:ext cx="11090275"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009038"/>
      </p:ext>
    </p:extLst>
  </p:cSld>
  <p:clrMapOvr>
    <a:masterClrMapping/>
  </p:clrMapOvr>
  <p:extLst>
    <p:ext uri="{DCECCB84-F9BA-43D5-87BE-67443E8EF086}">
      <p15:sldGuideLst xmlns:p15="http://schemas.microsoft.com/office/powerpoint/2012/main">
        <p15:guide id="3" pos="347" userDrawn="1">
          <p15:clr>
            <a:srgbClr val="FBAE40"/>
          </p15:clr>
        </p15:guide>
        <p15:guide id="4" pos="7333" userDrawn="1">
          <p15:clr>
            <a:srgbClr val="FBAE40"/>
          </p15:clr>
        </p15:guide>
        <p15:guide id="5" orient="horz" pos="25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A78632E-64FC-C2B1-275E-B6CB829FAE5B}"/>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4" name="页脚占位符 3">
            <a:extLst>
              <a:ext uri="{FF2B5EF4-FFF2-40B4-BE49-F238E27FC236}">
                <a16:creationId xmlns:a16="http://schemas.microsoft.com/office/drawing/2014/main" id="{67EC2092-60F0-4D2B-C348-61560E8B3E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8D7278B-0331-D5AD-74BF-A191B6F9A625}"/>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cxnSp>
        <p:nvCxnSpPr>
          <p:cNvPr id="6" name="直接连接符 5">
            <a:extLst>
              <a:ext uri="{FF2B5EF4-FFF2-40B4-BE49-F238E27FC236}">
                <a16:creationId xmlns:a16="http://schemas.microsoft.com/office/drawing/2014/main" id="{A923F3BD-5F3B-FDB2-C78E-DCCD97627238}"/>
              </a:ext>
            </a:extLst>
          </p:cNvPr>
          <p:cNvCxnSpPr/>
          <p:nvPr userDrawn="1"/>
        </p:nvCxnSpPr>
        <p:spPr>
          <a:xfrm>
            <a:off x="550863" y="625654"/>
            <a:ext cx="11090275"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121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8F125BE-4A06-3473-99E1-8F65F91258FF}"/>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3" name="页脚占位符 2">
            <a:extLst>
              <a:ext uri="{FF2B5EF4-FFF2-40B4-BE49-F238E27FC236}">
                <a16:creationId xmlns:a16="http://schemas.microsoft.com/office/drawing/2014/main" id="{C3E9F5D9-18C2-CB4F-2283-645E641184B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37CC6E0-9EFE-72DD-9553-CE5A964F4FDF}"/>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40264291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C71FF2-E407-7616-6002-50BA2457DC0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F754FD-CD31-A272-1A13-49C917F077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962AD06-94A6-07D6-F97E-6D5FA0CB7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0C96156-EBEC-1184-CEC6-0BBD5BB9BD44}"/>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6" name="页脚占位符 5">
            <a:extLst>
              <a:ext uri="{FF2B5EF4-FFF2-40B4-BE49-F238E27FC236}">
                <a16:creationId xmlns:a16="http://schemas.microsoft.com/office/drawing/2014/main" id="{C68BB315-07BA-764B-9D33-7B8885931D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951833-C928-D2CC-56DB-B5EA1A15592E}"/>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4194511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5EE36-46AE-83D3-0B60-90AD6658AA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8378FE9-9921-B420-011D-3210C0F36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21BD5C5-D4F5-9CE8-2004-0BA507D3C8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ED81FE9-77C0-6E88-648B-D07523DF1ED2}"/>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6" name="页脚占位符 5">
            <a:extLst>
              <a:ext uri="{FF2B5EF4-FFF2-40B4-BE49-F238E27FC236}">
                <a16:creationId xmlns:a16="http://schemas.microsoft.com/office/drawing/2014/main" id="{1346C825-7A47-6D2D-E071-A6E6C80EA4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1744EA-01D8-7BE2-BB5A-EA974ADA5AF8}"/>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39080356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F85C4-A75E-A6D5-B648-B1F96257E19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2173719-EF48-82C9-DDF9-6B098E11DC0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2CA4B5-59EF-5F05-9A8E-3B7A08C1D907}"/>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E8DA4BB0-ADB7-193D-C7BE-4A2A776D89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32040F-97CB-4936-A553-A27663E28685}"/>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5169478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638630-83C2-D7B1-773E-08C5919E6EF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E793715-5D64-94EB-C08C-D609DE7D6E8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6C148E-2391-4A8F-4BB2-15A38A37D32D}"/>
              </a:ext>
            </a:extLst>
          </p:cNvPr>
          <p:cNvSpPr>
            <a:spLocks noGrp="1"/>
          </p:cNvSpPr>
          <p:nvPr>
            <p:ph type="dt" sz="half" idx="10"/>
          </p:nvPr>
        </p:nvSpPr>
        <p:spPr/>
        <p:txBody>
          <a:body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BEABEF50-3C84-C554-F295-D1A39096C1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2694EC5-B369-A930-8B4D-BCE47158EF14}"/>
              </a:ext>
            </a:extLst>
          </p:cNvPr>
          <p:cNvSpPr>
            <a:spLocks noGrp="1"/>
          </p:cNvSpPr>
          <p:nvPr>
            <p:ph type="sldNum" sz="quarter" idx="12"/>
          </p:nvPr>
        </p:nvSpPr>
        <p:spPr/>
        <p:txBody>
          <a:body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33816907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F29D4C1-F472-B484-8E64-A3EC00AC0F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20A2EF7-E147-AF20-B13A-40140DDEAB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865841-F91B-AA90-0B45-3263ED10F2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EF37B-83A2-4D9B-A938-F8A337ADEAFF}" type="datetimeFigureOut">
              <a:rPr lang="zh-CN" altLang="en-US" smtClean="0"/>
              <a:t>2026/8/20</a:t>
            </a:fld>
            <a:endParaRPr lang="zh-CN" altLang="en-US"/>
          </a:p>
        </p:txBody>
      </p:sp>
      <p:sp>
        <p:nvSpPr>
          <p:cNvPr id="5" name="页脚占位符 4">
            <a:extLst>
              <a:ext uri="{FF2B5EF4-FFF2-40B4-BE49-F238E27FC236}">
                <a16:creationId xmlns:a16="http://schemas.microsoft.com/office/drawing/2014/main" id="{F8C6FE62-46F6-5EDC-1534-227EC00C4B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0AD4E32-8D02-B768-439D-B7E182F4E3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A3B243-30F4-422C-A9D9-AA2B57F8C255}" type="slidenum">
              <a:rPr lang="zh-CN" altLang="en-US" smtClean="0"/>
              <a:t>‹#›</a:t>
            </a:fld>
            <a:endParaRPr lang="zh-CN" altLang="en-US"/>
          </a:p>
        </p:txBody>
      </p:sp>
    </p:spTree>
    <p:extLst>
      <p:ext uri="{BB962C8B-B14F-4D97-AF65-F5344CB8AC3E}">
        <p14:creationId xmlns:p14="http://schemas.microsoft.com/office/powerpoint/2010/main" val="257433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2" r:id="rId7"/>
    <p:sldLayoutId id="2147483673"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webp"/><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image" Target="../media/image13.webp"/><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DA250D8-AA74-AF2D-0FFB-DC846A3308AB}"/>
              </a:ext>
            </a:extLst>
          </p:cNvPr>
          <p:cNvSpPr/>
          <p:nvPr/>
        </p:nvSpPr>
        <p:spPr>
          <a:xfrm>
            <a:off x="0" y="2013742"/>
            <a:ext cx="12192000" cy="2493433"/>
          </a:xfrm>
          <a:prstGeom prst="rect">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311B7681-A7B3-275F-D2E0-DBC4E5B045F5}"/>
              </a:ext>
            </a:extLst>
          </p:cNvPr>
          <p:cNvGrpSpPr/>
          <p:nvPr/>
        </p:nvGrpSpPr>
        <p:grpSpPr>
          <a:xfrm>
            <a:off x="346378" y="262631"/>
            <a:ext cx="596597" cy="262959"/>
            <a:chOff x="352728" y="249931"/>
            <a:chExt cx="723900" cy="319070"/>
          </a:xfrm>
        </p:grpSpPr>
        <p:sp>
          <p:nvSpPr>
            <p:cNvPr id="7" name="矩形: 圆角 6">
              <a:extLst>
                <a:ext uri="{FF2B5EF4-FFF2-40B4-BE49-F238E27FC236}">
                  <a16:creationId xmlns:a16="http://schemas.microsoft.com/office/drawing/2014/main" id="{81E13059-0F7A-088B-97C9-870AFA612283}"/>
                </a:ext>
              </a:extLst>
            </p:cNvPr>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A653B303-32EE-A9D7-EBB8-DF59FD00AD70}"/>
                </a:ext>
              </a:extLst>
            </p:cNvPr>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4E076FA7-0203-4854-F02F-7355B29F9742}"/>
                </a:ext>
              </a:extLst>
            </p:cNvPr>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5" name="组合 84">
            <a:extLst>
              <a:ext uri="{FF2B5EF4-FFF2-40B4-BE49-F238E27FC236}">
                <a16:creationId xmlns:a16="http://schemas.microsoft.com/office/drawing/2014/main" id="{DCCE152D-E2EB-A0DD-9B3E-B273E279D9A7}"/>
              </a:ext>
            </a:extLst>
          </p:cNvPr>
          <p:cNvGrpSpPr/>
          <p:nvPr/>
        </p:nvGrpSpPr>
        <p:grpSpPr>
          <a:xfrm flipH="1" flipV="1">
            <a:off x="11249025" y="6335607"/>
            <a:ext cx="596597" cy="262959"/>
            <a:chOff x="352728" y="249931"/>
            <a:chExt cx="723900" cy="319070"/>
          </a:xfrm>
        </p:grpSpPr>
        <p:sp>
          <p:nvSpPr>
            <p:cNvPr id="86" name="矩形: 圆角 85">
              <a:extLst>
                <a:ext uri="{FF2B5EF4-FFF2-40B4-BE49-F238E27FC236}">
                  <a16:creationId xmlns:a16="http://schemas.microsoft.com/office/drawing/2014/main" id="{0134D29D-7A80-94BC-D194-5688AB5BD5F9}"/>
                </a:ext>
              </a:extLst>
            </p:cNvPr>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a:extLst>
                <a:ext uri="{FF2B5EF4-FFF2-40B4-BE49-F238E27FC236}">
                  <a16:creationId xmlns:a16="http://schemas.microsoft.com/office/drawing/2014/main" id="{7B8249BA-9596-CC37-B983-8EAB94B51E8A}"/>
                </a:ext>
              </a:extLst>
            </p:cNvPr>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圆角 87">
              <a:extLst>
                <a:ext uri="{FF2B5EF4-FFF2-40B4-BE49-F238E27FC236}">
                  <a16:creationId xmlns:a16="http://schemas.microsoft.com/office/drawing/2014/main" id="{D5415E15-750A-C118-87A6-5C85AE880CE3}"/>
                </a:ext>
              </a:extLst>
            </p:cNvPr>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6" name="文本框 105">
            <a:extLst>
              <a:ext uri="{FF2B5EF4-FFF2-40B4-BE49-F238E27FC236}">
                <a16:creationId xmlns:a16="http://schemas.microsoft.com/office/drawing/2014/main" id="{0832CD19-3A32-64D8-F46A-52C442089492}"/>
              </a:ext>
            </a:extLst>
          </p:cNvPr>
          <p:cNvSpPr txBox="1"/>
          <p:nvPr/>
        </p:nvSpPr>
        <p:spPr>
          <a:xfrm>
            <a:off x="3753843" y="2601805"/>
            <a:ext cx="4499584" cy="1107996"/>
          </a:xfrm>
          <a:prstGeom prst="rect">
            <a:avLst/>
          </a:prstGeom>
          <a:noFill/>
        </p:spPr>
        <p:txBody>
          <a:bodyPr wrap="square" rtlCol="0">
            <a:spAutoFit/>
          </a:bodyPr>
          <a:lstStyle/>
          <a:p>
            <a:pPr algn="ctr"/>
            <a:r>
              <a:rPr lang="zh-CN" altLang="en-US" sz="6600" b="1" spc="200" dirty="0">
                <a:solidFill>
                  <a:schemeClr val="bg1"/>
                </a:solidFill>
                <a:latin typeface="+mj-ea"/>
                <a:ea typeface="+mj-ea"/>
              </a:rPr>
              <a:t>组会汇报</a:t>
            </a:r>
          </a:p>
        </p:txBody>
      </p:sp>
      <p:grpSp>
        <p:nvGrpSpPr>
          <p:cNvPr id="2" name="组合 1">
            <a:extLst>
              <a:ext uri="{FF2B5EF4-FFF2-40B4-BE49-F238E27FC236}">
                <a16:creationId xmlns:a16="http://schemas.microsoft.com/office/drawing/2014/main" id="{A8796D25-07A1-EAD2-EB5B-6F1C97795AB8}"/>
              </a:ext>
            </a:extLst>
          </p:cNvPr>
          <p:cNvGrpSpPr/>
          <p:nvPr/>
        </p:nvGrpSpPr>
        <p:grpSpPr>
          <a:xfrm>
            <a:off x="2646835" y="5214470"/>
            <a:ext cx="261541" cy="229272"/>
            <a:chOff x="1143409" y="5756683"/>
            <a:chExt cx="226164" cy="198260"/>
          </a:xfrm>
          <a:solidFill>
            <a:schemeClr val="accent1"/>
          </a:solidFill>
        </p:grpSpPr>
        <p:sp>
          <p:nvSpPr>
            <p:cNvPr id="3" name="任意多边形: 形状 2">
              <a:extLst>
                <a:ext uri="{FF2B5EF4-FFF2-40B4-BE49-F238E27FC236}">
                  <a16:creationId xmlns:a16="http://schemas.microsoft.com/office/drawing/2014/main" id="{7047E354-39A7-B33E-46FF-C94ED7D6DF9C}"/>
                </a:ext>
              </a:extLst>
            </p:cNvPr>
            <p:cNvSpPr/>
            <p:nvPr/>
          </p:nvSpPr>
          <p:spPr>
            <a:xfrm>
              <a:off x="1143409" y="5756683"/>
              <a:ext cx="226164" cy="130990"/>
            </a:xfrm>
            <a:custGeom>
              <a:avLst/>
              <a:gdLst>
                <a:gd name="connsiteX0" fmla="*/ 109937 w 226164"/>
                <a:gd name="connsiteY0" fmla="*/ 130990 h 130990"/>
                <a:gd name="connsiteX1" fmla="*/ 105971 w 226164"/>
                <a:gd name="connsiteY1" fmla="*/ 129954 h 130990"/>
                <a:gd name="connsiteX2" fmla="*/ 4118 w 226164"/>
                <a:gd name="connsiteY2" fmla="*/ 72586 h 130990"/>
                <a:gd name="connsiteX3" fmla="*/ 0 w 226164"/>
                <a:gd name="connsiteY3" fmla="*/ 65538 h 130990"/>
                <a:gd name="connsiteX4" fmla="*/ 4118 w 226164"/>
                <a:gd name="connsiteY4" fmla="*/ 58490 h 130990"/>
                <a:gd name="connsiteX5" fmla="*/ 105971 w 226164"/>
                <a:gd name="connsiteY5" fmla="*/ 1046 h 130990"/>
                <a:gd name="connsiteX6" fmla="*/ 113727 w 226164"/>
                <a:gd name="connsiteY6" fmla="*/ 945 h 130990"/>
                <a:gd name="connsiteX7" fmla="*/ 221870 w 226164"/>
                <a:gd name="connsiteY7" fmla="*/ 58439 h 130990"/>
                <a:gd name="connsiteX8" fmla="*/ 226165 w 226164"/>
                <a:gd name="connsiteY8" fmla="*/ 65588 h 130990"/>
                <a:gd name="connsiteX9" fmla="*/ 221870 w 226164"/>
                <a:gd name="connsiteY9" fmla="*/ 72737 h 130990"/>
                <a:gd name="connsiteX10" fmla="*/ 113701 w 226164"/>
                <a:gd name="connsiteY10" fmla="*/ 130081 h 130990"/>
                <a:gd name="connsiteX11" fmla="*/ 109937 w 226164"/>
                <a:gd name="connsiteY11" fmla="*/ 130990 h 130990"/>
                <a:gd name="connsiteX12" fmla="*/ 24529 w 226164"/>
                <a:gd name="connsiteY12" fmla="*/ 65538 h 130990"/>
                <a:gd name="connsiteX13" fmla="*/ 110038 w 226164"/>
                <a:gd name="connsiteY13" fmla="*/ 113711 h 130990"/>
                <a:gd name="connsiteX14" fmla="*/ 200828 w 226164"/>
                <a:gd name="connsiteY14" fmla="*/ 65563 h 130990"/>
                <a:gd name="connsiteX15" fmla="*/ 110038 w 226164"/>
                <a:gd name="connsiteY15" fmla="*/ 17339 h 130990"/>
                <a:gd name="connsiteX16" fmla="*/ 24529 w 226164"/>
                <a:gd name="connsiteY16" fmla="*/ 65538 h 13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6164" h="130990">
                  <a:moveTo>
                    <a:pt x="109937" y="130990"/>
                  </a:moveTo>
                  <a:cubicBezTo>
                    <a:pt x="108573" y="130990"/>
                    <a:pt x="107209" y="130636"/>
                    <a:pt x="105971" y="129954"/>
                  </a:cubicBezTo>
                  <a:lnTo>
                    <a:pt x="4118" y="72586"/>
                  </a:lnTo>
                  <a:cubicBezTo>
                    <a:pt x="1566" y="71146"/>
                    <a:pt x="0" y="68468"/>
                    <a:pt x="0" y="65538"/>
                  </a:cubicBezTo>
                  <a:cubicBezTo>
                    <a:pt x="0" y="62608"/>
                    <a:pt x="1566" y="59930"/>
                    <a:pt x="4118" y="58490"/>
                  </a:cubicBezTo>
                  <a:lnTo>
                    <a:pt x="105971" y="1046"/>
                  </a:lnTo>
                  <a:cubicBezTo>
                    <a:pt x="108371" y="-318"/>
                    <a:pt x="111301" y="-344"/>
                    <a:pt x="113727" y="945"/>
                  </a:cubicBezTo>
                  <a:lnTo>
                    <a:pt x="221870" y="58439"/>
                  </a:lnTo>
                  <a:cubicBezTo>
                    <a:pt x="224523" y="59854"/>
                    <a:pt x="226165" y="62582"/>
                    <a:pt x="226165" y="65588"/>
                  </a:cubicBezTo>
                  <a:cubicBezTo>
                    <a:pt x="226165" y="68595"/>
                    <a:pt x="224523" y="71323"/>
                    <a:pt x="221870" y="72737"/>
                  </a:cubicBezTo>
                  <a:lnTo>
                    <a:pt x="113701" y="130081"/>
                  </a:lnTo>
                  <a:cubicBezTo>
                    <a:pt x="112539" y="130687"/>
                    <a:pt x="111226" y="130990"/>
                    <a:pt x="109937" y="130990"/>
                  </a:cubicBezTo>
                  <a:close/>
                  <a:moveTo>
                    <a:pt x="24529" y="65538"/>
                  </a:moveTo>
                  <a:lnTo>
                    <a:pt x="110038" y="113711"/>
                  </a:lnTo>
                  <a:lnTo>
                    <a:pt x="200828" y="65563"/>
                  </a:lnTo>
                  <a:lnTo>
                    <a:pt x="110038" y="17339"/>
                  </a:lnTo>
                  <a:lnTo>
                    <a:pt x="24529" y="65538"/>
                  </a:lnTo>
                  <a:close/>
                </a:path>
              </a:pathLst>
            </a:custGeom>
            <a:grpFill/>
            <a:ln w="251" cap="flat">
              <a:noFill/>
              <a:prstDash val="solid"/>
              <a:miter/>
            </a:ln>
          </p:spPr>
          <p:txBody>
            <a:bodyPr rtlCol="0" anchor="ctr"/>
            <a:lstStyle/>
            <a:p>
              <a:endParaRPr lang="zh-CN" altLang="en-US"/>
            </a:p>
          </p:txBody>
        </p:sp>
        <p:sp>
          <p:nvSpPr>
            <p:cNvPr id="4" name="任意多边形: 形状 3">
              <a:extLst>
                <a:ext uri="{FF2B5EF4-FFF2-40B4-BE49-F238E27FC236}">
                  <a16:creationId xmlns:a16="http://schemas.microsoft.com/office/drawing/2014/main" id="{7ADA27EB-A533-F007-6FD7-E386653155A3}"/>
                </a:ext>
              </a:extLst>
            </p:cNvPr>
            <p:cNvSpPr/>
            <p:nvPr/>
          </p:nvSpPr>
          <p:spPr>
            <a:xfrm>
              <a:off x="1177840" y="5839828"/>
              <a:ext cx="157302" cy="87858"/>
            </a:xfrm>
            <a:custGeom>
              <a:avLst/>
              <a:gdLst>
                <a:gd name="connsiteX0" fmla="*/ 8084 w 157302"/>
                <a:gd name="connsiteY0" fmla="*/ 87859 h 87858"/>
                <a:gd name="connsiteX1" fmla="*/ 0 w 157302"/>
                <a:gd name="connsiteY1" fmla="*/ 79775 h 87858"/>
                <a:gd name="connsiteX2" fmla="*/ 0 w 157302"/>
                <a:gd name="connsiteY2" fmla="*/ 8084 h 87858"/>
                <a:gd name="connsiteX3" fmla="*/ 8084 w 157302"/>
                <a:gd name="connsiteY3" fmla="*/ 0 h 87858"/>
                <a:gd name="connsiteX4" fmla="*/ 16167 w 157302"/>
                <a:gd name="connsiteY4" fmla="*/ 8084 h 87858"/>
                <a:gd name="connsiteX5" fmla="*/ 16167 w 157302"/>
                <a:gd name="connsiteY5" fmla="*/ 79775 h 87858"/>
                <a:gd name="connsiteX6" fmla="*/ 8084 w 157302"/>
                <a:gd name="connsiteY6" fmla="*/ 87859 h 87858"/>
                <a:gd name="connsiteX7" fmla="*/ 149219 w 157302"/>
                <a:gd name="connsiteY7" fmla="*/ 87859 h 87858"/>
                <a:gd name="connsiteX8" fmla="*/ 141135 w 157302"/>
                <a:gd name="connsiteY8" fmla="*/ 79775 h 87858"/>
                <a:gd name="connsiteX9" fmla="*/ 141135 w 157302"/>
                <a:gd name="connsiteY9" fmla="*/ 8084 h 87858"/>
                <a:gd name="connsiteX10" fmla="*/ 149219 w 157302"/>
                <a:gd name="connsiteY10" fmla="*/ 0 h 87858"/>
                <a:gd name="connsiteX11" fmla="*/ 157302 w 157302"/>
                <a:gd name="connsiteY11" fmla="*/ 8084 h 87858"/>
                <a:gd name="connsiteX12" fmla="*/ 157302 w 157302"/>
                <a:gd name="connsiteY12" fmla="*/ 79775 h 87858"/>
                <a:gd name="connsiteX13" fmla="*/ 149219 w 157302"/>
                <a:gd name="connsiteY13" fmla="*/ 87859 h 8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302" h="87858">
                  <a:moveTo>
                    <a:pt x="8084" y="87859"/>
                  </a:moveTo>
                  <a:cubicBezTo>
                    <a:pt x="3612" y="87859"/>
                    <a:pt x="0" y="84247"/>
                    <a:pt x="0" y="79775"/>
                  </a:cubicBezTo>
                  <a:lnTo>
                    <a:pt x="0" y="8084"/>
                  </a:lnTo>
                  <a:cubicBezTo>
                    <a:pt x="0" y="3612"/>
                    <a:pt x="3612" y="0"/>
                    <a:pt x="8084" y="0"/>
                  </a:cubicBezTo>
                  <a:cubicBezTo>
                    <a:pt x="12555" y="0"/>
                    <a:pt x="16167" y="3612"/>
                    <a:pt x="16167" y="8084"/>
                  </a:cubicBezTo>
                  <a:lnTo>
                    <a:pt x="16167" y="79775"/>
                  </a:lnTo>
                  <a:cubicBezTo>
                    <a:pt x="16167" y="84247"/>
                    <a:pt x="12555" y="87859"/>
                    <a:pt x="8084" y="87859"/>
                  </a:cubicBezTo>
                  <a:close/>
                  <a:moveTo>
                    <a:pt x="149219" y="87859"/>
                  </a:moveTo>
                  <a:cubicBezTo>
                    <a:pt x="144747" y="87859"/>
                    <a:pt x="141135" y="84247"/>
                    <a:pt x="141135" y="79775"/>
                  </a:cubicBezTo>
                  <a:lnTo>
                    <a:pt x="141135" y="8084"/>
                  </a:lnTo>
                  <a:cubicBezTo>
                    <a:pt x="141135" y="3612"/>
                    <a:pt x="144747" y="0"/>
                    <a:pt x="149219" y="0"/>
                  </a:cubicBezTo>
                  <a:cubicBezTo>
                    <a:pt x="153690" y="0"/>
                    <a:pt x="157302" y="3612"/>
                    <a:pt x="157302" y="8084"/>
                  </a:cubicBezTo>
                  <a:lnTo>
                    <a:pt x="157302" y="79775"/>
                  </a:lnTo>
                  <a:cubicBezTo>
                    <a:pt x="157302" y="84247"/>
                    <a:pt x="153665" y="87859"/>
                    <a:pt x="149219" y="87859"/>
                  </a:cubicBezTo>
                  <a:close/>
                </a:path>
              </a:pathLst>
            </a:custGeom>
            <a:grpFill/>
            <a:ln w="251"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800C12EF-DDB1-1BA1-010F-A18FA1F81472}"/>
                </a:ext>
              </a:extLst>
            </p:cNvPr>
            <p:cNvSpPr/>
            <p:nvPr/>
          </p:nvSpPr>
          <p:spPr>
            <a:xfrm>
              <a:off x="1177840" y="5848391"/>
              <a:ext cx="189459" cy="106552"/>
            </a:xfrm>
            <a:custGeom>
              <a:avLst/>
              <a:gdLst>
                <a:gd name="connsiteX0" fmla="*/ 78639 w 189459"/>
                <a:gd name="connsiteY0" fmla="*/ 106552 h 106552"/>
                <a:gd name="connsiteX1" fmla="*/ 26044 w 189459"/>
                <a:gd name="connsiteY1" fmla="*/ 98747 h 106552"/>
                <a:gd name="connsiteX2" fmla="*/ 8437 w 189459"/>
                <a:gd name="connsiteY2" fmla="*/ 89349 h 106552"/>
                <a:gd name="connsiteX3" fmla="*/ 0 w 189459"/>
                <a:gd name="connsiteY3" fmla="*/ 73409 h 106552"/>
                <a:gd name="connsiteX4" fmla="*/ 8084 w 189459"/>
                <a:gd name="connsiteY4" fmla="*/ 65326 h 106552"/>
                <a:gd name="connsiteX5" fmla="*/ 16167 w 189459"/>
                <a:gd name="connsiteY5" fmla="*/ 73409 h 106552"/>
                <a:gd name="connsiteX6" fmla="*/ 31450 w 189459"/>
                <a:gd name="connsiteY6" fmla="*/ 83539 h 106552"/>
                <a:gd name="connsiteX7" fmla="*/ 78639 w 189459"/>
                <a:gd name="connsiteY7" fmla="*/ 90410 h 106552"/>
                <a:gd name="connsiteX8" fmla="*/ 125827 w 189459"/>
                <a:gd name="connsiteY8" fmla="*/ 83539 h 106552"/>
                <a:gd name="connsiteX9" fmla="*/ 141110 w 189459"/>
                <a:gd name="connsiteY9" fmla="*/ 73409 h 106552"/>
                <a:gd name="connsiteX10" fmla="*/ 149193 w 189459"/>
                <a:gd name="connsiteY10" fmla="*/ 65326 h 106552"/>
                <a:gd name="connsiteX11" fmla="*/ 157277 w 189459"/>
                <a:gd name="connsiteY11" fmla="*/ 73409 h 106552"/>
                <a:gd name="connsiteX12" fmla="*/ 148840 w 189459"/>
                <a:gd name="connsiteY12" fmla="*/ 89349 h 106552"/>
                <a:gd name="connsiteX13" fmla="*/ 131233 w 189459"/>
                <a:gd name="connsiteY13" fmla="*/ 98747 h 106552"/>
                <a:gd name="connsiteX14" fmla="*/ 78639 w 189459"/>
                <a:gd name="connsiteY14" fmla="*/ 106552 h 106552"/>
                <a:gd name="connsiteX15" fmla="*/ 181376 w 189459"/>
                <a:gd name="connsiteY15" fmla="*/ 90183 h 106552"/>
                <a:gd name="connsiteX16" fmla="*/ 173293 w 189459"/>
                <a:gd name="connsiteY16" fmla="*/ 82099 h 106552"/>
                <a:gd name="connsiteX17" fmla="*/ 173293 w 189459"/>
                <a:gd name="connsiteY17" fmla="*/ 8084 h 106552"/>
                <a:gd name="connsiteX18" fmla="*/ 181376 w 189459"/>
                <a:gd name="connsiteY18" fmla="*/ 0 h 106552"/>
                <a:gd name="connsiteX19" fmla="*/ 189460 w 189459"/>
                <a:gd name="connsiteY19" fmla="*/ 8084 h 106552"/>
                <a:gd name="connsiteX20" fmla="*/ 189460 w 189459"/>
                <a:gd name="connsiteY20" fmla="*/ 82099 h 106552"/>
                <a:gd name="connsiteX21" fmla="*/ 181376 w 189459"/>
                <a:gd name="connsiteY21" fmla="*/ 90183 h 10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459" h="106552">
                  <a:moveTo>
                    <a:pt x="78639" y="106552"/>
                  </a:moveTo>
                  <a:cubicBezTo>
                    <a:pt x="58884" y="106552"/>
                    <a:pt x="40216" y="103774"/>
                    <a:pt x="26044" y="98747"/>
                  </a:cubicBezTo>
                  <a:cubicBezTo>
                    <a:pt x="18643" y="96119"/>
                    <a:pt x="12732" y="92962"/>
                    <a:pt x="8437" y="89349"/>
                  </a:cubicBezTo>
                  <a:cubicBezTo>
                    <a:pt x="1465" y="83489"/>
                    <a:pt x="0" y="77451"/>
                    <a:pt x="0" y="73409"/>
                  </a:cubicBezTo>
                  <a:cubicBezTo>
                    <a:pt x="0" y="68938"/>
                    <a:pt x="3612" y="65326"/>
                    <a:pt x="8084" y="65326"/>
                  </a:cubicBezTo>
                  <a:cubicBezTo>
                    <a:pt x="12555" y="65326"/>
                    <a:pt x="16167" y="68938"/>
                    <a:pt x="16167" y="73409"/>
                  </a:cubicBezTo>
                  <a:cubicBezTo>
                    <a:pt x="16167" y="74925"/>
                    <a:pt x="19906" y="79422"/>
                    <a:pt x="31450" y="83539"/>
                  </a:cubicBezTo>
                  <a:cubicBezTo>
                    <a:pt x="43929" y="87985"/>
                    <a:pt x="60678" y="90410"/>
                    <a:pt x="78639" y="90410"/>
                  </a:cubicBezTo>
                  <a:cubicBezTo>
                    <a:pt x="96599" y="90410"/>
                    <a:pt x="113348" y="87960"/>
                    <a:pt x="125827" y="83539"/>
                  </a:cubicBezTo>
                  <a:cubicBezTo>
                    <a:pt x="137371" y="79422"/>
                    <a:pt x="141110" y="74950"/>
                    <a:pt x="141110" y="73409"/>
                  </a:cubicBezTo>
                  <a:cubicBezTo>
                    <a:pt x="141110" y="68938"/>
                    <a:pt x="144722" y="65326"/>
                    <a:pt x="149193" y="65326"/>
                  </a:cubicBezTo>
                  <a:cubicBezTo>
                    <a:pt x="153665" y="65326"/>
                    <a:pt x="157277" y="68938"/>
                    <a:pt x="157277" y="73409"/>
                  </a:cubicBezTo>
                  <a:cubicBezTo>
                    <a:pt x="157277" y="77451"/>
                    <a:pt x="155812" y="83514"/>
                    <a:pt x="148840" y="89349"/>
                  </a:cubicBezTo>
                  <a:cubicBezTo>
                    <a:pt x="144545" y="92962"/>
                    <a:pt x="138609" y="96119"/>
                    <a:pt x="131233" y="98747"/>
                  </a:cubicBezTo>
                  <a:cubicBezTo>
                    <a:pt x="117086" y="103774"/>
                    <a:pt x="98393" y="106552"/>
                    <a:pt x="78639" y="106552"/>
                  </a:cubicBezTo>
                  <a:close/>
                  <a:moveTo>
                    <a:pt x="181376" y="90183"/>
                  </a:moveTo>
                  <a:cubicBezTo>
                    <a:pt x="176905" y="90183"/>
                    <a:pt x="173293" y="86571"/>
                    <a:pt x="173293" y="82099"/>
                  </a:cubicBezTo>
                  <a:lnTo>
                    <a:pt x="173293" y="8084"/>
                  </a:lnTo>
                  <a:cubicBezTo>
                    <a:pt x="173293" y="3612"/>
                    <a:pt x="176905" y="0"/>
                    <a:pt x="181376" y="0"/>
                  </a:cubicBezTo>
                  <a:cubicBezTo>
                    <a:pt x="185848" y="0"/>
                    <a:pt x="189460" y="3612"/>
                    <a:pt x="189460" y="8084"/>
                  </a:cubicBezTo>
                  <a:lnTo>
                    <a:pt x="189460" y="82099"/>
                  </a:lnTo>
                  <a:cubicBezTo>
                    <a:pt x="189460" y="86545"/>
                    <a:pt x="185848" y="90183"/>
                    <a:pt x="181376" y="90183"/>
                  </a:cubicBezTo>
                  <a:close/>
                </a:path>
              </a:pathLst>
            </a:custGeom>
            <a:grpFill/>
            <a:ln w="251" cap="flat">
              <a:noFill/>
              <a:prstDash val="solid"/>
              <a:miter/>
            </a:ln>
          </p:spPr>
          <p:txBody>
            <a:bodyPr rtlCol="0" anchor="ctr"/>
            <a:lstStyle/>
            <a:p>
              <a:endParaRPr lang="zh-CN" altLang="en-US"/>
            </a:p>
          </p:txBody>
        </p:sp>
      </p:grpSp>
      <p:sp>
        <p:nvSpPr>
          <p:cNvPr id="99" name="文本框 98">
            <a:extLst>
              <a:ext uri="{FF2B5EF4-FFF2-40B4-BE49-F238E27FC236}">
                <a16:creationId xmlns:a16="http://schemas.microsoft.com/office/drawing/2014/main" id="{42345E75-3F26-B238-4D1E-D40CD2017822}"/>
              </a:ext>
            </a:extLst>
          </p:cNvPr>
          <p:cNvSpPr txBox="1"/>
          <p:nvPr/>
        </p:nvSpPr>
        <p:spPr>
          <a:xfrm>
            <a:off x="2999383" y="5157245"/>
            <a:ext cx="1555234" cy="369332"/>
          </a:xfrm>
          <a:prstGeom prst="rect">
            <a:avLst/>
          </a:prstGeom>
          <a:noFill/>
        </p:spPr>
        <p:txBody>
          <a:bodyPr wrap="none" rtlCol="0">
            <a:spAutoFit/>
          </a:bodyPr>
          <a:lstStyle/>
          <a:p>
            <a:r>
              <a:rPr lang="zh-CN" altLang="en-US" dirty="0">
                <a:latin typeface="+mn-ea"/>
              </a:rPr>
              <a:t>汇报人：</a:t>
            </a:r>
            <a:r>
              <a:rPr lang="en-US" altLang="zh-CN" dirty="0">
                <a:latin typeface="+mn-ea"/>
              </a:rPr>
              <a:t>XXX</a:t>
            </a:r>
            <a:endParaRPr lang="zh-CN" altLang="en-US" dirty="0">
              <a:latin typeface="+mn-ea"/>
            </a:endParaRPr>
          </a:p>
        </p:txBody>
      </p:sp>
      <p:grpSp>
        <p:nvGrpSpPr>
          <p:cNvPr id="100" name="组合 99">
            <a:extLst>
              <a:ext uri="{FF2B5EF4-FFF2-40B4-BE49-F238E27FC236}">
                <a16:creationId xmlns:a16="http://schemas.microsoft.com/office/drawing/2014/main" id="{76BD1A8F-A166-5EC4-A950-D05AF83008F6}"/>
              </a:ext>
            </a:extLst>
          </p:cNvPr>
          <p:cNvGrpSpPr/>
          <p:nvPr/>
        </p:nvGrpSpPr>
        <p:grpSpPr>
          <a:xfrm>
            <a:off x="6644068" y="5210248"/>
            <a:ext cx="246915" cy="254882"/>
            <a:chOff x="7677146" y="5098017"/>
            <a:chExt cx="892968" cy="921781"/>
          </a:xfrm>
          <a:solidFill>
            <a:schemeClr val="accent1"/>
          </a:solidFill>
        </p:grpSpPr>
        <p:sp>
          <p:nvSpPr>
            <p:cNvPr id="101" name="任意多边形: 形状 100">
              <a:extLst>
                <a:ext uri="{FF2B5EF4-FFF2-40B4-BE49-F238E27FC236}">
                  <a16:creationId xmlns:a16="http://schemas.microsoft.com/office/drawing/2014/main" id="{237497B5-2B20-00E9-CCCF-F2A8AFE5CDF1}"/>
                </a:ext>
              </a:extLst>
            </p:cNvPr>
            <p:cNvSpPr/>
            <p:nvPr/>
          </p:nvSpPr>
          <p:spPr>
            <a:xfrm>
              <a:off x="7836630" y="5476636"/>
              <a:ext cx="574059" cy="427970"/>
            </a:xfrm>
            <a:custGeom>
              <a:avLst/>
              <a:gdLst>
                <a:gd name="connsiteX0" fmla="*/ 334863 w 574059"/>
                <a:gd name="connsiteY0" fmla="*/ 263366 h 427970"/>
                <a:gd name="connsiteX1" fmla="*/ 398562 w 574059"/>
                <a:gd name="connsiteY1" fmla="*/ 263366 h 427970"/>
                <a:gd name="connsiteX2" fmla="*/ 414516 w 574059"/>
                <a:gd name="connsiteY2" fmla="*/ 246876 h 427970"/>
                <a:gd name="connsiteX3" fmla="*/ 414516 w 574059"/>
                <a:gd name="connsiteY3" fmla="*/ 181035 h 427970"/>
                <a:gd name="connsiteX4" fmla="*/ 398562 w 574059"/>
                <a:gd name="connsiteY4" fmla="*/ 164604 h 427970"/>
                <a:gd name="connsiteX5" fmla="*/ 334863 w 574059"/>
                <a:gd name="connsiteY5" fmla="*/ 164604 h 427970"/>
                <a:gd name="connsiteX6" fmla="*/ 318909 w 574059"/>
                <a:gd name="connsiteY6" fmla="*/ 181035 h 427970"/>
                <a:gd name="connsiteX7" fmla="*/ 318909 w 574059"/>
                <a:gd name="connsiteY7" fmla="*/ 246876 h 427970"/>
                <a:gd name="connsiteX8" fmla="*/ 334863 w 574059"/>
                <a:gd name="connsiteY8" fmla="*/ 263366 h 427970"/>
                <a:gd name="connsiteX9" fmla="*/ 334863 w 574059"/>
                <a:gd name="connsiteY9" fmla="*/ 98762 h 427970"/>
                <a:gd name="connsiteX10" fmla="*/ 398562 w 574059"/>
                <a:gd name="connsiteY10" fmla="*/ 98762 h 427970"/>
                <a:gd name="connsiteX11" fmla="*/ 414516 w 574059"/>
                <a:gd name="connsiteY11" fmla="*/ 82272 h 427970"/>
                <a:gd name="connsiteX12" fmla="*/ 414516 w 574059"/>
                <a:gd name="connsiteY12" fmla="*/ 16431 h 427970"/>
                <a:gd name="connsiteX13" fmla="*/ 398562 w 574059"/>
                <a:gd name="connsiteY13" fmla="*/ 0 h 427970"/>
                <a:gd name="connsiteX14" fmla="*/ 334863 w 574059"/>
                <a:gd name="connsiteY14" fmla="*/ 0 h 427970"/>
                <a:gd name="connsiteX15" fmla="*/ 318909 w 574059"/>
                <a:gd name="connsiteY15" fmla="*/ 16431 h 427970"/>
                <a:gd name="connsiteX16" fmla="*/ 318909 w 574059"/>
                <a:gd name="connsiteY16" fmla="*/ 82272 h 427970"/>
                <a:gd name="connsiteX17" fmla="*/ 334863 w 574059"/>
                <a:gd name="connsiteY17" fmla="*/ 98762 h 427970"/>
                <a:gd name="connsiteX18" fmla="*/ 494288 w 574059"/>
                <a:gd name="connsiteY18" fmla="*/ 98762 h 427970"/>
                <a:gd name="connsiteX19" fmla="*/ 558106 w 574059"/>
                <a:gd name="connsiteY19" fmla="*/ 98762 h 427970"/>
                <a:gd name="connsiteX20" fmla="*/ 574060 w 574059"/>
                <a:gd name="connsiteY20" fmla="*/ 82272 h 427970"/>
                <a:gd name="connsiteX21" fmla="*/ 574060 w 574059"/>
                <a:gd name="connsiteY21" fmla="*/ 16431 h 427970"/>
                <a:gd name="connsiteX22" fmla="*/ 558106 w 574059"/>
                <a:gd name="connsiteY22" fmla="*/ 0 h 427970"/>
                <a:gd name="connsiteX23" fmla="*/ 494288 w 574059"/>
                <a:gd name="connsiteY23" fmla="*/ 0 h 427970"/>
                <a:gd name="connsiteX24" fmla="*/ 478334 w 574059"/>
                <a:gd name="connsiteY24" fmla="*/ 16431 h 427970"/>
                <a:gd name="connsiteX25" fmla="*/ 478334 w 574059"/>
                <a:gd name="connsiteY25" fmla="*/ 82272 h 427970"/>
                <a:gd name="connsiteX26" fmla="*/ 494288 w 574059"/>
                <a:gd name="connsiteY26" fmla="*/ 98762 h 427970"/>
                <a:gd name="connsiteX27" fmla="*/ 175379 w 574059"/>
                <a:gd name="connsiteY27" fmla="*/ 98762 h 427970"/>
                <a:gd name="connsiteX28" fmla="*/ 239197 w 574059"/>
                <a:gd name="connsiteY28" fmla="*/ 98762 h 427970"/>
                <a:gd name="connsiteX29" fmla="*/ 255091 w 574059"/>
                <a:gd name="connsiteY29" fmla="*/ 82272 h 427970"/>
                <a:gd name="connsiteX30" fmla="*/ 255091 w 574059"/>
                <a:gd name="connsiteY30" fmla="*/ 16431 h 427970"/>
                <a:gd name="connsiteX31" fmla="*/ 239197 w 574059"/>
                <a:gd name="connsiteY31" fmla="*/ 0 h 427970"/>
                <a:gd name="connsiteX32" fmla="*/ 175320 w 574059"/>
                <a:gd name="connsiteY32" fmla="*/ 0 h 427970"/>
                <a:gd name="connsiteX33" fmla="*/ 159365 w 574059"/>
                <a:gd name="connsiteY33" fmla="*/ 16431 h 427970"/>
                <a:gd name="connsiteX34" fmla="*/ 159365 w 574059"/>
                <a:gd name="connsiteY34" fmla="*/ 82272 h 427970"/>
                <a:gd name="connsiteX35" fmla="*/ 175320 w 574059"/>
                <a:gd name="connsiteY35" fmla="*/ 98762 h 427970"/>
                <a:gd name="connsiteX36" fmla="*/ 494288 w 574059"/>
                <a:gd name="connsiteY36" fmla="*/ 263366 h 427970"/>
                <a:gd name="connsiteX37" fmla="*/ 558106 w 574059"/>
                <a:gd name="connsiteY37" fmla="*/ 263366 h 427970"/>
                <a:gd name="connsiteX38" fmla="*/ 574060 w 574059"/>
                <a:gd name="connsiteY38" fmla="*/ 246876 h 427970"/>
                <a:gd name="connsiteX39" fmla="*/ 574060 w 574059"/>
                <a:gd name="connsiteY39" fmla="*/ 181035 h 427970"/>
                <a:gd name="connsiteX40" fmla="*/ 558106 w 574059"/>
                <a:gd name="connsiteY40" fmla="*/ 164604 h 427970"/>
                <a:gd name="connsiteX41" fmla="*/ 494288 w 574059"/>
                <a:gd name="connsiteY41" fmla="*/ 164604 h 427970"/>
                <a:gd name="connsiteX42" fmla="*/ 478334 w 574059"/>
                <a:gd name="connsiteY42" fmla="*/ 181035 h 427970"/>
                <a:gd name="connsiteX43" fmla="*/ 478334 w 574059"/>
                <a:gd name="connsiteY43" fmla="*/ 246876 h 427970"/>
                <a:gd name="connsiteX44" fmla="*/ 494288 w 574059"/>
                <a:gd name="connsiteY44" fmla="*/ 263366 h 427970"/>
                <a:gd name="connsiteX45" fmla="*/ 494288 w 574059"/>
                <a:gd name="connsiteY45" fmla="*/ 427970 h 427970"/>
                <a:gd name="connsiteX46" fmla="*/ 558106 w 574059"/>
                <a:gd name="connsiteY46" fmla="*/ 427970 h 427970"/>
                <a:gd name="connsiteX47" fmla="*/ 574060 w 574059"/>
                <a:gd name="connsiteY47" fmla="*/ 411480 h 427970"/>
                <a:gd name="connsiteX48" fmla="*/ 574060 w 574059"/>
                <a:gd name="connsiteY48" fmla="*/ 345638 h 427970"/>
                <a:gd name="connsiteX49" fmla="*/ 558106 w 574059"/>
                <a:gd name="connsiteY49" fmla="*/ 329208 h 427970"/>
                <a:gd name="connsiteX50" fmla="*/ 494288 w 574059"/>
                <a:gd name="connsiteY50" fmla="*/ 329208 h 427970"/>
                <a:gd name="connsiteX51" fmla="*/ 478334 w 574059"/>
                <a:gd name="connsiteY51" fmla="*/ 345638 h 427970"/>
                <a:gd name="connsiteX52" fmla="*/ 478334 w 574059"/>
                <a:gd name="connsiteY52" fmla="*/ 411480 h 427970"/>
                <a:gd name="connsiteX53" fmla="*/ 494288 w 574059"/>
                <a:gd name="connsiteY53" fmla="*/ 427970 h 427970"/>
                <a:gd name="connsiteX54" fmla="*/ 334863 w 574059"/>
                <a:gd name="connsiteY54" fmla="*/ 427970 h 427970"/>
                <a:gd name="connsiteX55" fmla="*/ 398562 w 574059"/>
                <a:gd name="connsiteY55" fmla="*/ 427970 h 427970"/>
                <a:gd name="connsiteX56" fmla="*/ 414516 w 574059"/>
                <a:gd name="connsiteY56" fmla="*/ 411480 h 427970"/>
                <a:gd name="connsiteX57" fmla="*/ 414516 w 574059"/>
                <a:gd name="connsiteY57" fmla="*/ 345638 h 427970"/>
                <a:gd name="connsiteX58" fmla="*/ 398562 w 574059"/>
                <a:gd name="connsiteY58" fmla="*/ 329208 h 427970"/>
                <a:gd name="connsiteX59" fmla="*/ 334863 w 574059"/>
                <a:gd name="connsiteY59" fmla="*/ 329208 h 427970"/>
                <a:gd name="connsiteX60" fmla="*/ 318909 w 574059"/>
                <a:gd name="connsiteY60" fmla="*/ 345638 h 427970"/>
                <a:gd name="connsiteX61" fmla="*/ 318909 w 574059"/>
                <a:gd name="connsiteY61" fmla="*/ 411480 h 427970"/>
                <a:gd name="connsiteX62" fmla="*/ 334863 w 574059"/>
                <a:gd name="connsiteY62" fmla="*/ 427970 h 427970"/>
                <a:gd name="connsiteX63" fmla="*/ 15954 w 574059"/>
                <a:gd name="connsiteY63" fmla="*/ 427970 h 427970"/>
                <a:gd name="connsiteX64" fmla="*/ 79712 w 574059"/>
                <a:gd name="connsiteY64" fmla="*/ 427970 h 427970"/>
                <a:gd name="connsiteX65" fmla="*/ 95667 w 574059"/>
                <a:gd name="connsiteY65" fmla="*/ 411480 h 427970"/>
                <a:gd name="connsiteX66" fmla="*/ 95667 w 574059"/>
                <a:gd name="connsiteY66" fmla="*/ 345638 h 427970"/>
                <a:gd name="connsiteX67" fmla="*/ 79712 w 574059"/>
                <a:gd name="connsiteY67" fmla="*/ 329208 h 427970"/>
                <a:gd name="connsiteX68" fmla="*/ 15954 w 574059"/>
                <a:gd name="connsiteY68" fmla="*/ 329208 h 427970"/>
                <a:gd name="connsiteX69" fmla="*/ 0 w 574059"/>
                <a:gd name="connsiteY69" fmla="*/ 345638 h 427970"/>
                <a:gd name="connsiteX70" fmla="*/ 0 w 574059"/>
                <a:gd name="connsiteY70" fmla="*/ 411480 h 427970"/>
                <a:gd name="connsiteX71" fmla="*/ 15954 w 574059"/>
                <a:gd name="connsiteY71" fmla="*/ 427970 h 427970"/>
                <a:gd name="connsiteX72" fmla="*/ 15954 w 574059"/>
                <a:gd name="connsiteY72" fmla="*/ 263366 h 427970"/>
                <a:gd name="connsiteX73" fmla="*/ 79712 w 574059"/>
                <a:gd name="connsiteY73" fmla="*/ 263366 h 427970"/>
                <a:gd name="connsiteX74" fmla="*/ 95667 w 574059"/>
                <a:gd name="connsiteY74" fmla="*/ 246876 h 427970"/>
                <a:gd name="connsiteX75" fmla="*/ 95667 w 574059"/>
                <a:gd name="connsiteY75" fmla="*/ 181035 h 427970"/>
                <a:gd name="connsiteX76" fmla="*/ 79712 w 574059"/>
                <a:gd name="connsiteY76" fmla="*/ 164604 h 427970"/>
                <a:gd name="connsiteX77" fmla="*/ 15954 w 574059"/>
                <a:gd name="connsiteY77" fmla="*/ 164604 h 427970"/>
                <a:gd name="connsiteX78" fmla="*/ 0 w 574059"/>
                <a:gd name="connsiteY78" fmla="*/ 181035 h 427970"/>
                <a:gd name="connsiteX79" fmla="*/ 0 w 574059"/>
                <a:gd name="connsiteY79" fmla="*/ 246876 h 427970"/>
                <a:gd name="connsiteX80" fmla="*/ 15954 w 574059"/>
                <a:gd name="connsiteY80" fmla="*/ 263366 h 42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74059" h="427970">
                  <a:moveTo>
                    <a:pt x="334863" y="263366"/>
                  </a:moveTo>
                  <a:lnTo>
                    <a:pt x="398562" y="263366"/>
                  </a:lnTo>
                  <a:cubicBezTo>
                    <a:pt x="408087" y="263366"/>
                    <a:pt x="414516" y="256818"/>
                    <a:pt x="414516" y="246876"/>
                  </a:cubicBezTo>
                  <a:lnTo>
                    <a:pt x="414516" y="181035"/>
                  </a:lnTo>
                  <a:cubicBezTo>
                    <a:pt x="414516" y="171152"/>
                    <a:pt x="408146" y="164604"/>
                    <a:pt x="398562" y="164604"/>
                  </a:cubicBezTo>
                  <a:lnTo>
                    <a:pt x="334863" y="164604"/>
                  </a:lnTo>
                  <a:cubicBezTo>
                    <a:pt x="325279" y="164604"/>
                    <a:pt x="318909" y="171152"/>
                    <a:pt x="318909" y="181035"/>
                  </a:cubicBezTo>
                  <a:lnTo>
                    <a:pt x="318909" y="246876"/>
                  </a:lnTo>
                  <a:cubicBezTo>
                    <a:pt x="318909" y="256758"/>
                    <a:pt x="325279" y="263366"/>
                    <a:pt x="334863" y="263366"/>
                  </a:cubicBezTo>
                  <a:close/>
                  <a:moveTo>
                    <a:pt x="334863" y="98762"/>
                  </a:moveTo>
                  <a:lnTo>
                    <a:pt x="398562" y="98762"/>
                  </a:lnTo>
                  <a:cubicBezTo>
                    <a:pt x="408087" y="98762"/>
                    <a:pt x="414516" y="92214"/>
                    <a:pt x="414516" y="82272"/>
                  </a:cubicBezTo>
                  <a:lnTo>
                    <a:pt x="414516" y="16431"/>
                  </a:lnTo>
                  <a:cubicBezTo>
                    <a:pt x="414516" y="6548"/>
                    <a:pt x="408146" y="0"/>
                    <a:pt x="398562" y="0"/>
                  </a:cubicBezTo>
                  <a:lnTo>
                    <a:pt x="334863" y="0"/>
                  </a:lnTo>
                  <a:cubicBezTo>
                    <a:pt x="325279" y="0"/>
                    <a:pt x="318909" y="6548"/>
                    <a:pt x="318909" y="16431"/>
                  </a:cubicBezTo>
                  <a:lnTo>
                    <a:pt x="318909" y="82272"/>
                  </a:lnTo>
                  <a:cubicBezTo>
                    <a:pt x="318909" y="92154"/>
                    <a:pt x="325279" y="98762"/>
                    <a:pt x="334863" y="98762"/>
                  </a:cubicBezTo>
                  <a:close/>
                  <a:moveTo>
                    <a:pt x="494288" y="98762"/>
                  </a:moveTo>
                  <a:lnTo>
                    <a:pt x="558106" y="98762"/>
                  </a:lnTo>
                  <a:cubicBezTo>
                    <a:pt x="567630" y="98762"/>
                    <a:pt x="574060" y="92214"/>
                    <a:pt x="574060" y="82272"/>
                  </a:cubicBezTo>
                  <a:lnTo>
                    <a:pt x="574060" y="16431"/>
                  </a:lnTo>
                  <a:cubicBezTo>
                    <a:pt x="574060" y="6548"/>
                    <a:pt x="567630" y="0"/>
                    <a:pt x="558106" y="0"/>
                  </a:cubicBezTo>
                  <a:lnTo>
                    <a:pt x="494288" y="0"/>
                  </a:lnTo>
                  <a:cubicBezTo>
                    <a:pt x="484763" y="0"/>
                    <a:pt x="478334" y="6548"/>
                    <a:pt x="478334" y="16431"/>
                  </a:cubicBezTo>
                  <a:lnTo>
                    <a:pt x="478334" y="82272"/>
                  </a:lnTo>
                  <a:cubicBezTo>
                    <a:pt x="478334" y="92154"/>
                    <a:pt x="484763" y="98762"/>
                    <a:pt x="494288" y="98762"/>
                  </a:cubicBezTo>
                  <a:close/>
                  <a:moveTo>
                    <a:pt x="175379" y="98762"/>
                  </a:moveTo>
                  <a:lnTo>
                    <a:pt x="239197" y="98762"/>
                  </a:lnTo>
                  <a:cubicBezTo>
                    <a:pt x="248722" y="98762"/>
                    <a:pt x="255091" y="92214"/>
                    <a:pt x="255091" y="82272"/>
                  </a:cubicBezTo>
                  <a:lnTo>
                    <a:pt x="255091" y="16431"/>
                  </a:lnTo>
                  <a:cubicBezTo>
                    <a:pt x="255091" y="6548"/>
                    <a:pt x="248722" y="0"/>
                    <a:pt x="239197" y="0"/>
                  </a:cubicBezTo>
                  <a:lnTo>
                    <a:pt x="175320" y="0"/>
                  </a:lnTo>
                  <a:cubicBezTo>
                    <a:pt x="165795" y="0"/>
                    <a:pt x="159365" y="6548"/>
                    <a:pt x="159365" y="16431"/>
                  </a:cubicBezTo>
                  <a:lnTo>
                    <a:pt x="159365" y="82272"/>
                  </a:lnTo>
                  <a:cubicBezTo>
                    <a:pt x="159365" y="92154"/>
                    <a:pt x="165735" y="98762"/>
                    <a:pt x="175320" y="98762"/>
                  </a:cubicBezTo>
                  <a:close/>
                  <a:moveTo>
                    <a:pt x="494288" y="263366"/>
                  </a:moveTo>
                  <a:lnTo>
                    <a:pt x="558106" y="263366"/>
                  </a:lnTo>
                  <a:cubicBezTo>
                    <a:pt x="567630" y="263366"/>
                    <a:pt x="574060" y="256818"/>
                    <a:pt x="574060" y="246876"/>
                  </a:cubicBezTo>
                  <a:lnTo>
                    <a:pt x="574060" y="181035"/>
                  </a:lnTo>
                  <a:cubicBezTo>
                    <a:pt x="574060" y="171152"/>
                    <a:pt x="567630" y="164604"/>
                    <a:pt x="558106" y="164604"/>
                  </a:cubicBezTo>
                  <a:lnTo>
                    <a:pt x="494288" y="164604"/>
                  </a:lnTo>
                  <a:cubicBezTo>
                    <a:pt x="484763" y="164604"/>
                    <a:pt x="478334" y="171152"/>
                    <a:pt x="478334" y="181035"/>
                  </a:cubicBezTo>
                  <a:lnTo>
                    <a:pt x="478334" y="246876"/>
                  </a:lnTo>
                  <a:cubicBezTo>
                    <a:pt x="478334" y="256758"/>
                    <a:pt x="484763" y="263366"/>
                    <a:pt x="494288" y="263366"/>
                  </a:cubicBezTo>
                  <a:close/>
                  <a:moveTo>
                    <a:pt x="494288" y="427970"/>
                  </a:moveTo>
                  <a:lnTo>
                    <a:pt x="558106" y="427970"/>
                  </a:lnTo>
                  <a:cubicBezTo>
                    <a:pt x="567630" y="427970"/>
                    <a:pt x="574060" y="421422"/>
                    <a:pt x="574060" y="411480"/>
                  </a:cubicBezTo>
                  <a:lnTo>
                    <a:pt x="574060" y="345638"/>
                  </a:lnTo>
                  <a:cubicBezTo>
                    <a:pt x="574060" y="335756"/>
                    <a:pt x="567630" y="329208"/>
                    <a:pt x="558106" y="329208"/>
                  </a:cubicBezTo>
                  <a:lnTo>
                    <a:pt x="494288" y="329208"/>
                  </a:lnTo>
                  <a:cubicBezTo>
                    <a:pt x="484763" y="329208"/>
                    <a:pt x="478334" y="335756"/>
                    <a:pt x="478334" y="345638"/>
                  </a:cubicBezTo>
                  <a:lnTo>
                    <a:pt x="478334" y="411480"/>
                  </a:lnTo>
                  <a:cubicBezTo>
                    <a:pt x="478334" y="421362"/>
                    <a:pt x="484763" y="427970"/>
                    <a:pt x="494288" y="427970"/>
                  </a:cubicBezTo>
                  <a:close/>
                  <a:moveTo>
                    <a:pt x="334863" y="427970"/>
                  </a:moveTo>
                  <a:lnTo>
                    <a:pt x="398562" y="427970"/>
                  </a:lnTo>
                  <a:cubicBezTo>
                    <a:pt x="408087" y="427970"/>
                    <a:pt x="414516" y="421422"/>
                    <a:pt x="414516" y="411480"/>
                  </a:cubicBezTo>
                  <a:lnTo>
                    <a:pt x="414516" y="345638"/>
                  </a:lnTo>
                  <a:cubicBezTo>
                    <a:pt x="414516" y="335756"/>
                    <a:pt x="408146" y="329208"/>
                    <a:pt x="398562" y="329208"/>
                  </a:cubicBezTo>
                  <a:lnTo>
                    <a:pt x="334863" y="329208"/>
                  </a:lnTo>
                  <a:cubicBezTo>
                    <a:pt x="325279" y="329208"/>
                    <a:pt x="318909" y="335756"/>
                    <a:pt x="318909" y="345638"/>
                  </a:cubicBezTo>
                  <a:lnTo>
                    <a:pt x="318909" y="411480"/>
                  </a:lnTo>
                  <a:cubicBezTo>
                    <a:pt x="318909" y="421362"/>
                    <a:pt x="325279" y="427970"/>
                    <a:pt x="334863" y="427970"/>
                  </a:cubicBezTo>
                  <a:close/>
                  <a:moveTo>
                    <a:pt x="15954" y="427970"/>
                  </a:moveTo>
                  <a:lnTo>
                    <a:pt x="79712" y="427970"/>
                  </a:lnTo>
                  <a:cubicBezTo>
                    <a:pt x="89237" y="427970"/>
                    <a:pt x="95667" y="421422"/>
                    <a:pt x="95667" y="411480"/>
                  </a:cubicBezTo>
                  <a:lnTo>
                    <a:pt x="95667" y="345638"/>
                  </a:lnTo>
                  <a:cubicBezTo>
                    <a:pt x="95667" y="335756"/>
                    <a:pt x="89297" y="329208"/>
                    <a:pt x="79712" y="329208"/>
                  </a:cubicBezTo>
                  <a:lnTo>
                    <a:pt x="15954" y="329208"/>
                  </a:lnTo>
                  <a:cubicBezTo>
                    <a:pt x="6370" y="329208"/>
                    <a:pt x="0" y="335756"/>
                    <a:pt x="0" y="345638"/>
                  </a:cubicBezTo>
                  <a:lnTo>
                    <a:pt x="0" y="411480"/>
                  </a:lnTo>
                  <a:cubicBezTo>
                    <a:pt x="0" y="421362"/>
                    <a:pt x="6370" y="427970"/>
                    <a:pt x="15954" y="427970"/>
                  </a:cubicBezTo>
                  <a:close/>
                  <a:moveTo>
                    <a:pt x="15954" y="263366"/>
                  </a:moveTo>
                  <a:lnTo>
                    <a:pt x="79712" y="263366"/>
                  </a:lnTo>
                  <a:cubicBezTo>
                    <a:pt x="89237" y="263366"/>
                    <a:pt x="95667" y="256818"/>
                    <a:pt x="95667" y="246876"/>
                  </a:cubicBezTo>
                  <a:lnTo>
                    <a:pt x="95667" y="181035"/>
                  </a:lnTo>
                  <a:cubicBezTo>
                    <a:pt x="95667" y="171152"/>
                    <a:pt x="89297" y="164604"/>
                    <a:pt x="79712" y="164604"/>
                  </a:cubicBezTo>
                  <a:lnTo>
                    <a:pt x="15954" y="164604"/>
                  </a:lnTo>
                  <a:cubicBezTo>
                    <a:pt x="6370" y="164604"/>
                    <a:pt x="0" y="171152"/>
                    <a:pt x="0" y="181035"/>
                  </a:cubicBezTo>
                  <a:lnTo>
                    <a:pt x="0" y="246876"/>
                  </a:lnTo>
                  <a:cubicBezTo>
                    <a:pt x="0" y="256758"/>
                    <a:pt x="6370" y="263366"/>
                    <a:pt x="15954" y="263366"/>
                  </a:cubicBezTo>
                  <a:close/>
                </a:path>
              </a:pathLst>
            </a:custGeom>
            <a:grpFill/>
            <a:ln w="930"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97438D86-EA89-36E7-36A3-D0E143EEE774}"/>
                </a:ext>
              </a:extLst>
            </p:cNvPr>
            <p:cNvSpPr/>
            <p:nvPr/>
          </p:nvSpPr>
          <p:spPr>
            <a:xfrm>
              <a:off x="7677146" y="5098017"/>
              <a:ext cx="892968" cy="921781"/>
            </a:xfrm>
            <a:custGeom>
              <a:avLst/>
              <a:gdLst>
                <a:gd name="connsiteX0" fmla="*/ 829211 w 892968"/>
                <a:gd name="connsiteY0" fmla="*/ 65842 h 921781"/>
                <a:gd name="connsiteX1" fmla="*/ 701635 w 892968"/>
                <a:gd name="connsiteY1" fmla="*/ 65842 h 921781"/>
                <a:gd name="connsiteX2" fmla="*/ 701635 w 892968"/>
                <a:gd name="connsiteY2" fmla="*/ 32921 h 921781"/>
                <a:gd name="connsiteX3" fmla="*/ 669727 w 892968"/>
                <a:gd name="connsiteY3" fmla="*/ 0 h 921781"/>
                <a:gd name="connsiteX4" fmla="*/ 637818 w 892968"/>
                <a:gd name="connsiteY4" fmla="*/ 32921 h 921781"/>
                <a:gd name="connsiteX5" fmla="*/ 637818 w 892968"/>
                <a:gd name="connsiteY5" fmla="*/ 65842 h 921781"/>
                <a:gd name="connsiteX6" fmla="*/ 255151 w 892968"/>
                <a:gd name="connsiteY6" fmla="*/ 65842 h 921781"/>
                <a:gd name="connsiteX7" fmla="*/ 255151 w 892968"/>
                <a:gd name="connsiteY7" fmla="*/ 32921 h 921781"/>
                <a:gd name="connsiteX8" fmla="*/ 223242 w 892968"/>
                <a:gd name="connsiteY8" fmla="*/ 0 h 921781"/>
                <a:gd name="connsiteX9" fmla="*/ 191333 w 892968"/>
                <a:gd name="connsiteY9" fmla="*/ 32921 h 921781"/>
                <a:gd name="connsiteX10" fmla="*/ 191333 w 892968"/>
                <a:gd name="connsiteY10" fmla="*/ 65842 h 921781"/>
                <a:gd name="connsiteX11" fmla="*/ 63818 w 892968"/>
                <a:gd name="connsiteY11" fmla="*/ 65842 h 921781"/>
                <a:gd name="connsiteX12" fmla="*/ 0 w 892968"/>
                <a:gd name="connsiteY12" fmla="*/ 131683 h 921781"/>
                <a:gd name="connsiteX13" fmla="*/ 0 w 892968"/>
                <a:gd name="connsiteY13" fmla="*/ 855940 h 921781"/>
                <a:gd name="connsiteX14" fmla="*/ 63818 w 892968"/>
                <a:gd name="connsiteY14" fmla="*/ 921782 h 921781"/>
                <a:gd name="connsiteX15" fmla="*/ 829211 w 892968"/>
                <a:gd name="connsiteY15" fmla="*/ 921782 h 921781"/>
                <a:gd name="connsiteX16" fmla="*/ 892969 w 892968"/>
                <a:gd name="connsiteY16" fmla="*/ 855940 h 921781"/>
                <a:gd name="connsiteX17" fmla="*/ 892969 w 892968"/>
                <a:gd name="connsiteY17" fmla="*/ 131683 h 921781"/>
                <a:gd name="connsiteX18" fmla="*/ 829211 w 892968"/>
                <a:gd name="connsiteY18" fmla="*/ 65842 h 921781"/>
                <a:gd name="connsiteX19" fmla="*/ 829211 w 892968"/>
                <a:gd name="connsiteY19" fmla="*/ 823079 h 921781"/>
                <a:gd name="connsiteX20" fmla="*/ 797302 w 892968"/>
                <a:gd name="connsiteY20" fmla="*/ 855940 h 921781"/>
                <a:gd name="connsiteX21" fmla="*/ 95667 w 892968"/>
                <a:gd name="connsiteY21" fmla="*/ 855940 h 921781"/>
                <a:gd name="connsiteX22" fmla="*/ 63818 w 892968"/>
                <a:gd name="connsiteY22" fmla="*/ 823020 h 921781"/>
                <a:gd name="connsiteX23" fmla="*/ 63818 w 892968"/>
                <a:gd name="connsiteY23" fmla="*/ 312777 h 921781"/>
                <a:gd name="connsiteX24" fmla="*/ 829211 w 892968"/>
                <a:gd name="connsiteY24" fmla="*/ 312777 h 921781"/>
                <a:gd name="connsiteX25" fmla="*/ 829211 w 892968"/>
                <a:gd name="connsiteY25" fmla="*/ 823020 h 921781"/>
                <a:gd name="connsiteX26" fmla="*/ 829211 w 892968"/>
                <a:gd name="connsiteY26" fmla="*/ 246936 h 921781"/>
                <a:gd name="connsiteX27" fmla="*/ 63818 w 892968"/>
                <a:gd name="connsiteY27" fmla="*/ 246936 h 921781"/>
                <a:gd name="connsiteX28" fmla="*/ 63818 w 892968"/>
                <a:gd name="connsiteY28" fmla="*/ 164604 h 921781"/>
                <a:gd name="connsiteX29" fmla="*/ 95667 w 892968"/>
                <a:gd name="connsiteY29" fmla="*/ 131683 h 921781"/>
                <a:gd name="connsiteX30" fmla="*/ 191333 w 892968"/>
                <a:gd name="connsiteY30" fmla="*/ 131683 h 921781"/>
                <a:gd name="connsiteX31" fmla="*/ 191333 w 892968"/>
                <a:gd name="connsiteY31" fmla="*/ 164604 h 921781"/>
                <a:gd name="connsiteX32" fmla="*/ 223242 w 892968"/>
                <a:gd name="connsiteY32" fmla="*/ 197525 h 921781"/>
                <a:gd name="connsiteX33" fmla="*/ 255151 w 892968"/>
                <a:gd name="connsiteY33" fmla="*/ 164604 h 921781"/>
                <a:gd name="connsiteX34" fmla="*/ 255151 w 892968"/>
                <a:gd name="connsiteY34" fmla="*/ 131683 h 921781"/>
                <a:gd name="connsiteX35" fmla="*/ 637818 w 892968"/>
                <a:gd name="connsiteY35" fmla="*/ 131683 h 921781"/>
                <a:gd name="connsiteX36" fmla="*/ 637818 w 892968"/>
                <a:gd name="connsiteY36" fmla="*/ 164604 h 921781"/>
                <a:gd name="connsiteX37" fmla="*/ 669727 w 892968"/>
                <a:gd name="connsiteY37" fmla="*/ 197525 h 921781"/>
                <a:gd name="connsiteX38" fmla="*/ 701635 w 892968"/>
                <a:gd name="connsiteY38" fmla="*/ 164604 h 921781"/>
                <a:gd name="connsiteX39" fmla="*/ 701635 w 892968"/>
                <a:gd name="connsiteY39" fmla="*/ 131683 h 921781"/>
                <a:gd name="connsiteX40" fmla="*/ 797302 w 892968"/>
                <a:gd name="connsiteY40" fmla="*/ 131683 h 921781"/>
                <a:gd name="connsiteX41" fmla="*/ 829211 w 892968"/>
                <a:gd name="connsiteY41" fmla="*/ 164604 h 921781"/>
                <a:gd name="connsiteX42" fmla="*/ 829211 w 892968"/>
                <a:gd name="connsiteY42" fmla="*/ 246936 h 92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2968" h="921781">
                  <a:moveTo>
                    <a:pt x="829211" y="65842"/>
                  </a:moveTo>
                  <a:lnTo>
                    <a:pt x="701635" y="65842"/>
                  </a:lnTo>
                  <a:lnTo>
                    <a:pt x="701635" y="32921"/>
                  </a:lnTo>
                  <a:cubicBezTo>
                    <a:pt x="701635" y="16490"/>
                    <a:pt x="688896" y="0"/>
                    <a:pt x="669727" y="0"/>
                  </a:cubicBezTo>
                  <a:cubicBezTo>
                    <a:pt x="650617" y="0"/>
                    <a:pt x="637818" y="13156"/>
                    <a:pt x="637818" y="32921"/>
                  </a:cubicBezTo>
                  <a:lnTo>
                    <a:pt x="637818" y="65842"/>
                  </a:lnTo>
                  <a:lnTo>
                    <a:pt x="255151" y="65842"/>
                  </a:lnTo>
                  <a:lnTo>
                    <a:pt x="255151" y="32921"/>
                  </a:lnTo>
                  <a:cubicBezTo>
                    <a:pt x="255151" y="16490"/>
                    <a:pt x="242411" y="0"/>
                    <a:pt x="223242" y="0"/>
                  </a:cubicBezTo>
                  <a:cubicBezTo>
                    <a:pt x="204133" y="0"/>
                    <a:pt x="191333" y="13156"/>
                    <a:pt x="191333" y="32921"/>
                  </a:cubicBezTo>
                  <a:lnTo>
                    <a:pt x="191333" y="65842"/>
                  </a:lnTo>
                  <a:lnTo>
                    <a:pt x="63818" y="65842"/>
                  </a:lnTo>
                  <a:cubicBezTo>
                    <a:pt x="28694" y="65842"/>
                    <a:pt x="0" y="95488"/>
                    <a:pt x="0" y="131683"/>
                  </a:cubicBezTo>
                  <a:lnTo>
                    <a:pt x="0" y="855940"/>
                  </a:lnTo>
                  <a:cubicBezTo>
                    <a:pt x="0" y="892195"/>
                    <a:pt x="28694" y="921782"/>
                    <a:pt x="63818" y="921782"/>
                  </a:cubicBezTo>
                  <a:lnTo>
                    <a:pt x="829211" y="921782"/>
                  </a:lnTo>
                  <a:cubicBezTo>
                    <a:pt x="864334" y="921782"/>
                    <a:pt x="892969" y="892195"/>
                    <a:pt x="892969" y="855940"/>
                  </a:cubicBezTo>
                  <a:lnTo>
                    <a:pt x="892969" y="131683"/>
                  </a:lnTo>
                  <a:cubicBezTo>
                    <a:pt x="892969" y="95488"/>
                    <a:pt x="864275" y="65842"/>
                    <a:pt x="829211" y="65842"/>
                  </a:cubicBezTo>
                  <a:close/>
                  <a:moveTo>
                    <a:pt x="829211" y="823079"/>
                  </a:moveTo>
                  <a:cubicBezTo>
                    <a:pt x="829211" y="842784"/>
                    <a:pt x="816412" y="855940"/>
                    <a:pt x="797302" y="855940"/>
                  </a:cubicBezTo>
                  <a:lnTo>
                    <a:pt x="95667" y="855940"/>
                  </a:lnTo>
                  <a:cubicBezTo>
                    <a:pt x="76557" y="855940"/>
                    <a:pt x="63818" y="842784"/>
                    <a:pt x="63818" y="823020"/>
                  </a:cubicBezTo>
                  <a:lnTo>
                    <a:pt x="63818" y="312777"/>
                  </a:lnTo>
                  <a:lnTo>
                    <a:pt x="829211" y="312777"/>
                  </a:lnTo>
                  <a:lnTo>
                    <a:pt x="829211" y="823020"/>
                  </a:lnTo>
                  <a:close/>
                  <a:moveTo>
                    <a:pt x="829211" y="246936"/>
                  </a:moveTo>
                  <a:lnTo>
                    <a:pt x="63818" y="246936"/>
                  </a:lnTo>
                  <a:lnTo>
                    <a:pt x="63818" y="164604"/>
                  </a:lnTo>
                  <a:cubicBezTo>
                    <a:pt x="63818" y="144899"/>
                    <a:pt x="76557" y="131683"/>
                    <a:pt x="95667" y="131683"/>
                  </a:cubicBezTo>
                  <a:lnTo>
                    <a:pt x="191333" y="131683"/>
                  </a:lnTo>
                  <a:lnTo>
                    <a:pt x="191333" y="164604"/>
                  </a:lnTo>
                  <a:cubicBezTo>
                    <a:pt x="191333" y="181094"/>
                    <a:pt x="204133" y="197525"/>
                    <a:pt x="223242" y="197525"/>
                  </a:cubicBezTo>
                  <a:cubicBezTo>
                    <a:pt x="242411" y="197525"/>
                    <a:pt x="255151" y="184428"/>
                    <a:pt x="255151" y="164604"/>
                  </a:cubicBezTo>
                  <a:lnTo>
                    <a:pt x="255151" y="131683"/>
                  </a:lnTo>
                  <a:lnTo>
                    <a:pt x="637818" y="131683"/>
                  </a:lnTo>
                  <a:lnTo>
                    <a:pt x="637818" y="164604"/>
                  </a:lnTo>
                  <a:cubicBezTo>
                    <a:pt x="637818" y="181094"/>
                    <a:pt x="650617" y="197525"/>
                    <a:pt x="669727" y="197525"/>
                  </a:cubicBezTo>
                  <a:cubicBezTo>
                    <a:pt x="688896" y="197525"/>
                    <a:pt x="701635" y="184428"/>
                    <a:pt x="701635" y="164604"/>
                  </a:cubicBezTo>
                  <a:lnTo>
                    <a:pt x="701635" y="131683"/>
                  </a:lnTo>
                  <a:lnTo>
                    <a:pt x="797302" y="131683"/>
                  </a:lnTo>
                  <a:cubicBezTo>
                    <a:pt x="816412" y="131683"/>
                    <a:pt x="829211" y="144899"/>
                    <a:pt x="829211" y="164604"/>
                  </a:cubicBezTo>
                  <a:lnTo>
                    <a:pt x="829211" y="246936"/>
                  </a:lnTo>
                  <a:close/>
                </a:path>
              </a:pathLst>
            </a:custGeom>
            <a:grpFill/>
            <a:ln w="930"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906139E9-8409-C2C5-026D-0DDF73EE725C}"/>
                </a:ext>
              </a:extLst>
            </p:cNvPr>
            <p:cNvSpPr/>
            <p:nvPr/>
          </p:nvSpPr>
          <p:spPr>
            <a:xfrm>
              <a:off x="7836630" y="5476636"/>
              <a:ext cx="255091" cy="427970"/>
            </a:xfrm>
            <a:custGeom>
              <a:avLst/>
              <a:gdLst>
                <a:gd name="connsiteX0" fmla="*/ 15954 w 255091"/>
                <a:gd name="connsiteY0" fmla="*/ 98762 h 427970"/>
                <a:gd name="connsiteX1" fmla="*/ 79712 w 255091"/>
                <a:gd name="connsiteY1" fmla="*/ 98762 h 427970"/>
                <a:gd name="connsiteX2" fmla="*/ 95667 w 255091"/>
                <a:gd name="connsiteY2" fmla="*/ 82272 h 427970"/>
                <a:gd name="connsiteX3" fmla="*/ 95667 w 255091"/>
                <a:gd name="connsiteY3" fmla="*/ 16431 h 427970"/>
                <a:gd name="connsiteX4" fmla="*/ 79712 w 255091"/>
                <a:gd name="connsiteY4" fmla="*/ 0 h 427970"/>
                <a:gd name="connsiteX5" fmla="*/ 15954 w 255091"/>
                <a:gd name="connsiteY5" fmla="*/ 0 h 427970"/>
                <a:gd name="connsiteX6" fmla="*/ 0 w 255091"/>
                <a:gd name="connsiteY6" fmla="*/ 16431 h 427970"/>
                <a:gd name="connsiteX7" fmla="*/ 0 w 255091"/>
                <a:gd name="connsiteY7" fmla="*/ 82272 h 427970"/>
                <a:gd name="connsiteX8" fmla="*/ 15954 w 255091"/>
                <a:gd name="connsiteY8" fmla="*/ 98762 h 427970"/>
                <a:gd name="connsiteX9" fmla="*/ 175379 w 255091"/>
                <a:gd name="connsiteY9" fmla="*/ 263366 h 427970"/>
                <a:gd name="connsiteX10" fmla="*/ 239197 w 255091"/>
                <a:gd name="connsiteY10" fmla="*/ 263366 h 427970"/>
                <a:gd name="connsiteX11" fmla="*/ 255091 w 255091"/>
                <a:gd name="connsiteY11" fmla="*/ 246876 h 427970"/>
                <a:gd name="connsiteX12" fmla="*/ 255091 w 255091"/>
                <a:gd name="connsiteY12" fmla="*/ 181035 h 427970"/>
                <a:gd name="connsiteX13" fmla="*/ 239197 w 255091"/>
                <a:gd name="connsiteY13" fmla="*/ 164604 h 427970"/>
                <a:gd name="connsiteX14" fmla="*/ 175320 w 255091"/>
                <a:gd name="connsiteY14" fmla="*/ 164604 h 427970"/>
                <a:gd name="connsiteX15" fmla="*/ 159365 w 255091"/>
                <a:gd name="connsiteY15" fmla="*/ 181035 h 427970"/>
                <a:gd name="connsiteX16" fmla="*/ 159365 w 255091"/>
                <a:gd name="connsiteY16" fmla="*/ 246876 h 427970"/>
                <a:gd name="connsiteX17" fmla="*/ 175320 w 255091"/>
                <a:gd name="connsiteY17" fmla="*/ 263366 h 427970"/>
                <a:gd name="connsiteX18" fmla="*/ 175379 w 255091"/>
                <a:gd name="connsiteY18" fmla="*/ 427970 h 427970"/>
                <a:gd name="connsiteX19" fmla="*/ 239197 w 255091"/>
                <a:gd name="connsiteY19" fmla="*/ 427970 h 427970"/>
                <a:gd name="connsiteX20" fmla="*/ 255091 w 255091"/>
                <a:gd name="connsiteY20" fmla="*/ 411480 h 427970"/>
                <a:gd name="connsiteX21" fmla="*/ 255091 w 255091"/>
                <a:gd name="connsiteY21" fmla="*/ 345638 h 427970"/>
                <a:gd name="connsiteX22" fmla="*/ 239197 w 255091"/>
                <a:gd name="connsiteY22" fmla="*/ 329208 h 427970"/>
                <a:gd name="connsiteX23" fmla="*/ 175320 w 255091"/>
                <a:gd name="connsiteY23" fmla="*/ 329208 h 427970"/>
                <a:gd name="connsiteX24" fmla="*/ 159365 w 255091"/>
                <a:gd name="connsiteY24" fmla="*/ 345638 h 427970"/>
                <a:gd name="connsiteX25" fmla="*/ 159365 w 255091"/>
                <a:gd name="connsiteY25" fmla="*/ 411480 h 427970"/>
                <a:gd name="connsiteX26" fmla="*/ 175320 w 255091"/>
                <a:gd name="connsiteY26" fmla="*/ 427970 h 42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55091" h="427970">
                  <a:moveTo>
                    <a:pt x="15954" y="98762"/>
                  </a:moveTo>
                  <a:lnTo>
                    <a:pt x="79712" y="98762"/>
                  </a:lnTo>
                  <a:cubicBezTo>
                    <a:pt x="89237" y="98762"/>
                    <a:pt x="95667" y="92214"/>
                    <a:pt x="95667" y="82272"/>
                  </a:cubicBezTo>
                  <a:lnTo>
                    <a:pt x="95667" y="16431"/>
                  </a:lnTo>
                  <a:cubicBezTo>
                    <a:pt x="95667" y="6548"/>
                    <a:pt x="89297" y="0"/>
                    <a:pt x="79712" y="0"/>
                  </a:cubicBezTo>
                  <a:lnTo>
                    <a:pt x="15954" y="0"/>
                  </a:lnTo>
                  <a:cubicBezTo>
                    <a:pt x="6370" y="0"/>
                    <a:pt x="0" y="6548"/>
                    <a:pt x="0" y="16431"/>
                  </a:cubicBezTo>
                  <a:lnTo>
                    <a:pt x="0" y="82272"/>
                  </a:lnTo>
                  <a:cubicBezTo>
                    <a:pt x="0" y="92154"/>
                    <a:pt x="6370" y="98762"/>
                    <a:pt x="15954" y="98762"/>
                  </a:cubicBezTo>
                  <a:close/>
                  <a:moveTo>
                    <a:pt x="175379" y="263366"/>
                  </a:moveTo>
                  <a:lnTo>
                    <a:pt x="239197" y="263366"/>
                  </a:lnTo>
                  <a:cubicBezTo>
                    <a:pt x="248722" y="263366"/>
                    <a:pt x="255091" y="256818"/>
                    <a:pt x="255091" y="246876"/>
                  </a:cubicBezTo>
                  <a:lnTo>
                    <a:pt x="255091" y="181035"/>
                  </a:lnTo>
                  <a:cubicBezTo>
                    <a:pt x="255091" y="171152"/>
                    <a:pt x="248722" y="164604"/>
                    <a:pt x="239197" y="164604"/>
                  </a:cubicBezTo>
                  <a:lnTo>
                    <a:pt x="175320" y="164604"/>
                  </a:lnTo>
                  <a:cubicBezTo>
                    <a:pt x="165795" y="164604"/>
                    <a:pt x="159365" y="171152"/>
                    <a:pt x="159365" y="181035"/>
                  </a:cubicBezTo>
                  <a:lnTo>
                    <a:pt x="159365" y="246876"/>
                  </a:lnTo>
                  <a:cubicBezTo>
                    <a:pt x="159365" y="256758"/>
                    <a:pt x="165735" y="263366"/>
                    <a:pt x="175320" y="263366"/>
                  </a:cubicBezTo>
                  <a:close/>
                  <a:moveTo>
                    <a:pt x="175379" y="427970"/>
                  </a:moveTo>
                  <a:lnTo>
                    <a:pt x="239197" y="427970"/>
                  </a:lnTo>
                  <a:cubicBezTo>
                    <a:pt x="248722" y="427970"/>
                    <a:pt x="255091" y="421422"/>
                    <a:pt x="255091" y="411480"/>
                  </a:cubicBezTo>
                  <a:lnTo>
                    <a:pt x="255091" y="345638"/>
                  </a:lnTo>
                  <a:cubicBezTo>
                    <a:pt x="255091" y="335756"/>
                    <a:pt x="248722" y="329208"/>
                    <a:pt x="239197" y="329208"/>
                  </a:cubicBezTo>
                  <a:lnTo>
                    <a:pt x="175320" y="329208"/>
                  </a:lnTo>
                  <a:cubicBezTo>
                    <a:pt x="165795" y="329208"/>
                    <a:pt x="159365" y="335756"/>
                    <a:pt x="159365" y="345638"/>
                  </a:cubicBezTo>
                  <a:lnTo>
                    <a:pt x="159365" y="411480"/>
                  </a:lnTo>
                  <a:cubicBezTo>
                    <a:pt x="159365" y="421362"/>
                    <a:pt x="165735" y="427970"/>
                    <a:pt x="175320" y="427970"/>
                  </a:cubicBezTo>
                  <a:close/>
                </a:path>
              </a:pathLst>
            </a:custGeom>
            <a:grpFill/>
            <a:ln w="930" cap="flat">
              <a:noFill/>
              <a:prstDash val="solid"/>
              <a:miter/>
            </a:ln>
          </p:spPr>
          <p:txBody>
            <a:bodyPr rtlCol="0" anchor="ctr"/>
            <a:lstStyle/>
            <a:p>
              <a:endParaRPr lang="zh-CN" altLang="en-US"/>
            </a:p>
          </p:txBody>
        </p:sp>
      </p:grpSp>
      <p:sp>
        <p:nvSpPr>
          <p:cNvPr id="104" name="文本框 103">
            <a:extLst>
              <a:ext uri="{FF2B5EF4-FFF2-40B4-BE49-F238E27FC236}">
                <a16:creationId xmlns:a16="http://schemas.microsoft.com/office/drawing/2014/main" id="{C6B158AB-370B-422F-DF09-996C6BBD257B}"/>
              </a:ext>
            </a:extLst>
          </p:cNvPr>
          <p:cNvSpPr txBox="1"/>
          <p:nvPr/>
        </p:nvSpPr>
        <p:spPr>
          <a:xfrm>
            <a:off x="6916368" y="5157245"/>
            <a:ext cx="2628797" cy="369332"/>
          </a:xfrm>
          <a:prstGeom prst="rect">
            <a:avLst/>
          </a:prstGeom>
          <a:noFill/>
        </p:spPr>
        <p:txBody>
          <a:bodyPr wrap="none" rtlCol="0">
            <a:spAutoFit/>
          </a:bodyPr>
          <a:lstStyle/>
          <a:p>
            <a:r>
              <a:rPr lang="zh-CN" altLang="en-US" dirty="0">
                <a:latin typeface="+mn-ea"/>
              </a:rPr>
              <a:t>汇报日期：</a:t>
            </a:r>
            <a:r>
              <a:rPr lang="en-US" altLang="zh-CN" dirty="0">
                <a:latin typeface="+mn-ea"/>
              </a:rPr>
              <a:t>20XX.XX.XX</a:t>
            </a:r>
            <a:endParaRPr lang="zh-CN" altLang="en-US" dirty="0">
              <a:latin typeface="+mn-ea"/>
            </a:endParaRPr>
          </a:p>
        </p:txBody>
      </p:sp>
    </p:spTree>
    <p:extLst>
      <p:ext uri="{BB962C8B-B14F-4D97-AF65-F5344CB8AC3E}">
        <p14:creationId xmlns:p14="http://schemas.microsoft.com/office/powerpoint/2010/main" val="2677234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a:extLst>
              <a:ext uri="{FF2B5EF4-FFF2-40B4-BE49-F238E27FC236}">
                <a16:creationId xmlns:a16="http://schemas.microsoft.com/office/drawing/2014/main" id="{8107D41E-D17F-83DC-45CE-FEA7DB9BFBFD}"/>
              </a:ext>
            </a:extLst>
          </p:cNvPr>
          <p:cNvSpPr txBox="1"/>
          <p:nvPr/>
        </p:nvSpPr>
        <p:spPr>
          <a:xfrm>
            <a:off x="1465287" y="2283170"/>
            <a:ext cx="914555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mj-ea"/>
                <a:ea typeface="+mj-ea"/>
                <a:cs typeface="+mn-cs"/>
              </a:rPr>
              <a:t>Cold and hot </a:t>
            </a:r>
            <a:r>
              <a:rPr kumimoji="0" lang="en-US" altLang="zh-CN" sz="2000" b="1" i="0" u="none" strike="noStrike" kern="1200" cap="none" spc="0" normalizeH="0" baseline="0" noProof="0" dirty="0" err="1">
                <a:ln>
                  <a:noFill/>
                </a:ln>
                <a:solidFill>
                  <a:prstClr val="black"/>
                </a:solidFill>
                <a:effectLst/>
                <a:uLnTx/>
                <a:uFillTx/>
                <a:latin typeface="+mj-ea"/>
                <a:ea typeface="+mj-ea"/>
                <a:cs typeface="+mn-cs"/>
              </a:rPr>
              <a:t>tumors:from</a:t>
            </a:r>
            <a:r>
              <a:rPr kumimoji="0" lang="en-US" altLang="zh-CN" sz="2000" b="1" i="0" u="none" strike="noStrike" kern="1200" cap="none" spc="0" normalizeH="0" baseline="0" noProof="0" dirty="0">
                <a:ln>
                  <a:noFill/>
                </a:ln>
                <a:solidFill>
                  <a:prstClr val="black"/>
                </a:solidFill>
                <a:effectLst/>
                <a:uLnTx/>
                <a:uFillTx/>
                <a:latin typeface="+mj-ea"/>
                <a:ea typeface="+mj-ea"/>
                <a:cs typeface="+mn-cs"/>
              </a:rPr>
              <a:t> molecular mechanisms to targeted therapy</a:t>
            </a:r>
          </a:p>
        </p:txBody>
      </p:sp>
      <p:sp>
        <p:nvSpPr>
          <p:cNvPr id="67" name="矩形: 圆角 66">
            <a:extLst>
              <a:ext uri="{FF2B5EF4-FFF2-40B4-BE49-F238E27FC236}">
                <a16:creationId xmlns:a16="http://schemas.microsoft.com/office/drawing/2014/main" id="{B9A2E0C2-7729-2AE9-6997-18B9448764C4}"/>
              </a:ext>
            </a:extLst>
          </p:cNvPr>
          <p:cNvSpPr/>
          <p:nvPr/>
        </p:nvSpPr>
        <p:spPr>
          <a:xfrm>
            <a:off x="722337" y="2164867"/>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mj-ea"/>
                <a:ea typeface="+mj-ea"/>
                <a:cs typeface="+mn-cs"/>
              </a:rPr>
              <a:t>01</a:t>
            </a:r>
            <a:endParaRPr kumimoji="0" lang="zh-CN" altLang="en-US" sz="2800" b="1" i="0" u="none" strike="noStrike" kern="1200" cap="none" spc="0" normalizeH="0" baseline="0" noProof="0" dirty="0">
              <a:ln>
                <a:noFill/>
              </a:ln>
              <a:solidFill>
                <a:prstClr val="white"/>
              </a:solidFill>
              <a:effectLst/>
              <a:uLnTx/>
              <a:uFillTx/>
              <a:latin typeface="+mj-ea"/>
              <a:ea typeface="+mj-ea"/>
              <a:cs typeface="+mn-cs"/>
            </a:endParaRPr>
          </a:p>
        </p:txBody>
      </p:sp>
      <p:sp>
        <p:nvSpPr>
          <p:cNvPr id="68" name="文本框 67">
            <a:extLst>
              <a:ext uri="{FF2B5EF4-FFF2-40B4-BE49-F238E27FC236}">
                <a16:creationId xmlns:a16="http://schemas.microsoft.com/office/drawing/2014/main" id="{960D0779-41A0-50F8-71D1-EBA32266F365}"/>
              </a:ext>
            </a:extLst>
          </p:cNvPr>
          <p:cNvSpPr txBox="1"/>
          <p:nvPr/>
        </p:nvSpPr>
        <p:spPr>
          <a:xfrm>
            <a:off x="1465286" y="3240819"/>
            <a:ext cx="10004377" cy="400110"/>
          </a:xfrm>
          <a:prstGeom prst="rect">
            <a:avLst/>
          </a:prstGeom>
          <a:noFill/>
        </p:spPr>
        <p:txBody>
          <a:bodyPr wrap="square">
            <a:spAutoFit/>
          </a:bodyPr>
          <a:lstStyle/>
          <a:p>
            <a:pPr>
              <a:defRPr/>
            </a:pPr>
            <a:r>
              <a:rPr lang="en-US" altLang="zh-CN" sz="2000" b="1" dirty="0">
                <a:solidFill>
                  <a:prstClr val="black"/>
                </a:solidFill>
                <a:latin typeface="+mj-ea"/>
                <a:ea typeface="+mj-ea"/>
              </a:rPr>
              <a:t>Cancer cells impair monocyte-mediated T cell stimulation to evade immunity</a:t>
            </a:r>
          </a:p>
        </p:txBody>
      </p:sp>
      <p:sp>
        <p:nvSpPr>
          <p:cNvPr id="69" name="矩形: 圆角 68">
            <a:extLst>
              <a:ext uri="{FF2B5EF4-FFF2-40B4-BE49-F238E27FC236}">
                <a16:creationId xmlns:a16="http://schemas.microsoft.com/office/drawing/2014/main" id="{E5453181-92C8-8E19-3B35-0A045BF7969C}"/>
              </a:ext>
            </a:extLst>
          </p:cNvPr>
          <p:cNvSpPr/>
          <p:nvPr/>
        </p:nvSpPr>
        <p:spPr>
          <a:xfrm>
            <a:off x="722337" y="3122516"/>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02</a:t>
            </a:r>
            <a:endParaRPr lang="zh-CN" altLang="en-US" sz="2800" b="1" dirty="0">
              <a:solidFill>
                <a:prstClr val="white"/>
              </a:solidFill>
              <a:latin typeface="+mj-ea"/>
              <a:ea typeface="+mj-ea"/>
            </a:endParaRPr>
          </a:p>
        </p:txBody>
      </p:sp>
      <p:sp>
        <p:nvSpPr>
          <p:cNvPr id="70" name="文本框 69">
            <a:extLst>
              <a:ext uri="{FF2B5EF4-FFF2-40B4-BE49-F238E27FC236}">
                <a16:creationId xmlns:a16="http://schemas.microsoft.com/office/drawing/2014/main" id="{5320AF2D-D205-ABEB-96D6-A4FD66001FC3}"/>
              </a:ext>
            </a:extLst>
          </p:cNvPr>
          <p:cNvSpPr txBox="1"/>
          <p:nvPr/>
        </p:nvSpPr>
        <p:spPr>
          <a:xfrm>
            <a:off x="1465287" y="4198468"/>
            <a:ext cx="8270580" cy="400110"/>
          </a:xfrm>
          <a:prstGeom prst="rect">
            <a:avLst/>
          </a:prstGeom>
          <a:noFill/>
        </p:spPr>
        <p:txBody>
          <a:bodyPr wrap="square">
            <a:spAutoFit/>
          </a:bodyPr>
          <a:lstStyle/>
          <a:p>
            <a:pPr>
              <a:defRPr/>
            </a:pPr>
            <a:r>
              <a:rPr lang="en-US" altLang="zh-CN" sz="2000" b="1" dirty="0">
                <a:solidFill>
                  <a:prstClr val="black"/>
                </a:solidFill>
                <a:latin typeface="+mj-ea"/>
                <a:ea typeface="+mj-ea"/>
              </a:rPr>
              <a:t>PD-1-PD-L1 immune-checkpoint blockade in B-cell lymphomas</a:t>
            </a:r>
          </a:p>
        </p:txBody>
      </p:sp>
      <p:sp>
        <p:nvSpPr>
          <p:cNvPr id="71" name="矩形: 圆角 70">
            <a:extLst>
              <a:ext uri="{FF2B5EF4-FFF2-40B4-BE49-F238E27FC236}">
                <a16:creationId xmlns:a16="http://schemas.microsoft.com/office/drawing/2014/main" id="{A23B88AF-05D1-6C7A-9490-65191E8EA257}"/>
              </a:ext>
            </a:extLst>
          </p:cNvPr>
          <p:cNvSpPr/>
          <p:nvPr/>
        </p:nvSpPr>
        <p:spPr>
          <a:xfrm>
            <a:off x="722337" y="4080165"/>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03</a:t>
            </a:r>
            <a:endParaRPr lang="zh-CN" altLang="en-US" sz="2800" b="1" dirty="0">
              <a:solidFill>
                <a:prstClr val="white"/>
              </a:solidFill>
              <a:latin typeface="+mj-ea"/>
              <a:ea typeface="+mj-ea"/>
            </a:endParaRPr>
          </a:p>
        </p:txBody>
      </p:sp>
      <p:sp>
        <p:nvSpPr>
          <p:cNvPr id="72" name="矩形: 圆角 71">
            <a:extLst>
              <a:ext uri="{FF2B5EF4-FFF2-40B4-BE49-F238E27FC236}">
                <a16:creationId xmlns:a16="http://schemas.microsoft.com/office/drawing/2014/main" id="{0820C320-B9F8-3F6D-FAC5-7D487B630244}"/>
              </a:ext>
            </a:extLst>
          </p:cNvPr>
          <p:cNvSpPr/>
          <p:nvPr/>
        </p:nvSpPr>
        <p:spPr>
          <a:xfrm>
            <a:off x="722337" y="5037814"/>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04</a:t>
            </a:r>
            <a:endParaRPr lang="zh-CN" altLang="en-US" sz="2800" b="1" dirty="0">
              <a:solidFill>
                <a:prstClr val="white"/>
              </a:solidFill>
              <a:latin typeface="+mj-ea"/>
              <a:ea typeface="+mj-ea"/>
            </a:endParaRPr>
          </a:p>
        </p:txBody>
      </p:sp>
      <p:sp>
        <p:nvSpPr>
          <p:cNvPr id="73" name="文本框 72">
            <a:extLst>
              <a:ext uri="{FF2B5EF4-FFF2-40B4-BE49-F238E27FC236}">
                <a16:creationId xmlns:a16="http://schemas.microsoft.com/office/drawing/2014/main" id="{BE793319-40BC-1560-57C6-C50D2A20897D}"/>
              </a:ext>
            </a:extLst>
          </p:cNvPr>
          <p:cNvSpPr txBox="1"/>
          <p:nvPr/>
        </p:nvSpPr>
        <p:spPr>
          <a:xfrm>
            <a:off x="1465287" y="5156117"/>
            <a:ext cx="7974172" cy="400110"/>
          </a:xfrm>
          <a:prstGeom prst="rect">
            <a:avLst/>
          </a:prstGeom>
          <a:noFill/>
        </p:spPr>
        <p:txBody>
          <a:bodyPr wrap="square">
            <a:spAutoFit/>
          </a:bodyPr>
          <a:lstStyle/>
          <a:p>
            <a:pPr>
              <a:defRPr/>
            </a:pPr>
            <a:r>
              <a:rPr lang="zh-CN" altLang="en-US" sz="2000" b="1" dirty="0">
                <a:solidFill>
                  <a:prstClr val="black"/>
                </a:solidFill>
                <a:latin typeface="+mj-ea"/>
                <a:ea typeface="+mj-ea"/>
              </a:rPr>
              <a:t>文献阅读总结与思考</a:t>
            </a:r>
          </a:p>
        </p:txBody>
      </p:sp>
      <p:sp>
        <p:nvSpPr>
          <p:cNvPr id="77" name="矩形 76">
            <a:extLst>
              <a:ext uri="{FF2B5EF4-FFF2-40B4-BE49-F238E27FC236}">
                <a16:creationId xmlns:a16="http://schemas.microsoft.com/office/drawing/2014/main" id="{BE36C1E6-D113-E0AF-A600-9E95F9FD3B7D}"/>
              </a:ext>
            </a:extLst>
          </p:cNvPr>
          <p:cNvSpPr/>
          <p:nvPr/>
        </p:nvSpPr>
        <p:spPr>
          <a:xfrm>
            <a:off x="160979" y="161266"/>
            <a:ext cx="11870042" cy="6535469"/>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圆角 80">
            <a:extLst>
              <a:ext uri="{FF2B5EF4-FFF2-40B4-BE49-F238E27FC236}">
                <a16:creationId xmlns:a16="http://schemas.microsoft.com/office/drawing/2014/main" id="{E0E67F5D-4D98-67E2-90AC-5851CCE061D5}"/>
              </a:ext>
            </a:extLst>
          </p:cNvPr>
          <p:cNvSpPr/>
          <p:nvPr/>
        </p:nvSpPr>
        <p:spPr>
          <a:xfrm>
            <a:off x="4792835" y="161266"/>
            <a:ext cx="2606331" cy="1524340"/>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D888386D-EF11-4209-4784-D99591AA5981}"/>
              </a:ext>
            </a:extLst>
          </p:cNvPr>
          <p:cNvSpPr txBox="1"/>
          <p:nvPr/>
        </p:nvSpPr>
        <p:spPr>
          <a:xfrm>
            <a:off x="5298346" y="337552"/>
            <a:ext cx="1595309" cy="923330"/>
          </a:xfrm>
          <a:prstGeom prst="rect">
            <a:avLst/>
          </a:prstGeom>
          <a:noFill/>
        </p:spPr>
        <p:txBody>
          <a:bodyPr wrap="none" rtlCol="0">
            <a:spAutoFit/>
          </a:bodyPr>
          <a:lstStyle/>
          <a:p>
            <a:pPr algn="ctr"/>
            <a:r>
              <a:rPr lang="zh-CN" altLang="en-US" sz="5400" b="1" spc="100" dirty="0">
                <a:solidFill>
                  <a:schemeClr val="bg1"/>
                </a:solidFill>
                <a:latin typeface="+mj-ea"/>
                <a:ea typeface="+mj-ea"/>
              </a:rPr>
              <a:t>目录</a:t>
            </a:r>
          </a:p>
        </p:txBody>
      </p:sp>
      <p:sp>
        <p:nvSpPr>
          <p:cNvPr id="76" name="文本框 75">
            <a:extLst>
              <a:ext uri="{FF2B5EF4-FFF2-40B4-BE49-F238E27FC236}">
                <a16:creationId xmlns:a16="http://schemas.microsoft.com/office/drawing/2014/main" id="{3DB33299-F2FF-61F9-E67A-B537C607C12B}"/>
              </a:ext>
            </a:extLst>
          </p:cNvPr>
          <p:cNvSpPr txBox="1"/>
          <p:nvPr/>
        </p:nvSpPr>
        <p:spPr>
          <a:xfrm>
            <a:off x="5289306" y="1109210"/>
            <a:ext cx="1613390" cy="400110"/>
          </a:xfrm>
          <a:prstGeom prst="rect">
            <a:avLst/>
          </a:prstGeom>
          <a:noFill/>
        </p:spPr>
        <p:txBody>
          <a:bodyPr wrap="none" rtlCol="0">
            <a:spAutoFit/>
          </a:bodyPr>
          <a:lstStyle/>
          <a:p>
            <a:pPr algn="ctr"/>
            <a:r>
              <a:rPr lang="en-US" altLang="zh-CN" sz="2000" b="1" spc="300" dirty="0">
                <a:solidFill>
                  <a:schemeClr val="bg1">
                    <a:alpha val="80000"/>
                  </a:schemeClr>
                </a:solidFill>
                <a:latin typeface="微软雅黑" panose="020B0503020204020204" pitchFamily="34" charset="-122"/>
                <a:ea typeface="微软雅黑" panose="020B0503020204020204" pitchFamily="34" charset="-122"/>
              </a:rPr>
              <a:t>contents</a:t>
            </a:r>
            <a:endParaRPr lang="zh-CN" altLang="en-US" sz="2000" b="1" spc="300" dirty="0">
              <a:solidFill>
                <a:schemeClr val="bg1">
                  <a:alpha val="8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7070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6550DA7-9A71-05AF-77E6-2E90B8AB6DBA}"/>
              </a:ext>
            </a:extLst>
          </p:cNvPr>
          <p:cNvSpPr txBox="1"/>
          <p:nvPr/>
        </p:nvSpPr>
        <p:spPr>
          <a:xfrm>
            <a:off x="1465287" y="2283170"/>
            <a:ext cx="914555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mj-ea"/>
                <a:ea typeface="+mj-ea"/>
                <a:cs typeface="+mn-cs"/>
              </a:rPr>
              <a:t>Cold and hot </a:t>
            </a:r>
            <a:r>
              <a:rPr kumimoji="0" lang="en-US" altLang="zh-CN" sz="2000" b="1" i="0" u="none" strike="noStrike" kern="1200" cap="none" spc="0" normalizeH="0" baseline="0" noProof="0" dirty="0" err="1">
                <a:ln>
                  <a:noFill/>
                </a:ln>
                <a:solidFill>
                  <a:prstClr val="black"/>
                </a:solidFill>
                <a:effectLst/>
                <a:uLnTx/>
                <a:uFillTx/>
                <a:latin typeface="+mj-ea"/>
                <a:ea typeface="+mj-ea"/>
                <a:cs typeface="+mn-cs"/>
              </a:rPr>
              <a:t>tumors:from</a:t>
            </a:r>
            <a:r>
              <a:rPr kumimoji="0" lang="en-US" altLang="zh-CN" sz="2000" b="1" i="0" u="none" strike="noStrike" kern="1200" cap="none" spc="0" normalizeH="0" baseline="0" noProof="0" dirty="0">
                <a:ln>
                  <a:noFill/>
                </a:ln>
                <a:solidFill>
                  <a:prstClr val="black"/>
                </a:solidFill>
                <a:effectLst/>
                <a:uLnTx/>
                <a:uFillTx/>
                <a:latin typeface="+mj-ea"/>
                <a:ea typeface="+mj-ea"/>
                <a:cs typeface="+mn-cs"/>
              </a:rPr>
              <a:t> molecular mechanisms to targeted therapy</a:t>
            </a:r>
          </a:p>
        </p:txBody>
      </p:sp>
      <p:sp>
        <p:nvSpPr>
          <p:cNvPr id="3" name="矩形: 圆角 2">
            <a:extLst>
              <a:ext uri="{FF2B5EF4-FFF2-40B4-BE49-F238E27FC236}">
                <a16:creationId xmlns:a16="http://schemas.microsoft.com/office/drawing/2014/main" id="{A42C83FB-9ADC-08F0-252F-F577DC9C31BD}"/>
              </a:ext>
            </a:extLst>
          </p:cNvPr>
          <p:cNvSpPr/>
          <p:nvPr/>
        </p:nvSpPr>
        <p:spPr>
          <a:xfrm>
            <a:off x="722337" y="2164867"/>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mj-ea"/>
                <a:ea typeface="+mj-ea"/>
                <a:cs typeface="+mn-cs"/>
              </a:rPr>
              <a:t>01</a:t>
            </a:r>
            <a:endParaRPr kumimoji="0" lang="zh-CN" altLang="en-US" sz="2800" b="1" i="0" u="none" strike="noStrike" kern="1200" cap="none" spc="0" normalizeH="0" baseline="0" noProof="0" dirty="0">
              <a:ln>
                <a:noFill/>
              </a:ln>
              <a:solidFill>
                <a:prstClr val="white"/>
              </a:solidFill>
              <a:effectLst/>
              <a:uLnTx/>
              <a:uFillTx/>
              <a:latin typeface="+mj-ea"/>
              <a:ea typeface="+mj-ea"/>
              <a:cs typeface="+mn-cs"/>
            </a:endParaRPr>
          </a:p>
        </p:txBody>
      </p:sp>
      <p:sp>
        <p:nvSpPr>
          <p:cNvPr id="4" name="文本框 3">
            <a:extLst>
              <a:ext uri="{FF2B5EF4-FFF2-40B4-BE49-F238E27FC236}">
                <a16:creationId xmlns:a16="http://schemas.microsoft.com/office/drawing/2014/main" id="{9EF67ECF-9A86-CFFF-4350-EDA067E812EE}"/>
              </a:ext>
            </a:extLst>
          </p:cNvPr>
          <p:cNvSpPr txBox="1"/>
          <p:nvPr/>
        </p:nvSpPr>
        <p:spPr>
          <a:xfrm>
            <a:off x="1465286" y="3240819"/>
            <a:ext cx="10004377"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Cancer cells impair monocyte-mediated T cell stimulation to evade immunity</a:t>
            </a:r>
          </a:p>
        </p:txBody>
      </p:sp>
      <p:sp>
        <p:nvSpPr>
          <p:cNvPr id="5" name="矩形: 圆角 4">
            <a:extLst>
              <a:ext uri="{FF2B5EF4-FFF2-40B4-BE49-F238E27FC236}">
                <a16:creationId xmlns:a16="http://schemas.microsoft.com/office/drawing/2014/main" id="{AA902400-1D0B-5FB3-5BE0-84292183989F}"/>
              </a:ext>
            </a:extLst>
          </p:cNvPr>
          <p:cNvSpPr/>
          <p:nvPr/>
        </p:nvSpPr>
        <p:spPr>
          <a:xfrm>
            <a:off x="722337" y="3122516"/>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02</a:t>
            </a:r>
            <a:endParaRPr lang="zh-CN" altLang="en-US" sz="2800" b="1" dirty="0">
              <a:solidFill>
                <a:prstClr val="white">
                  <a:alpha val="70000"/>
                </a:prstClr>
              </a:solidFill>
              <a:latin typeface="+mj-ea"/>
              <a:ea typeface="+mj-ea"/>
            </a:endParaRPr>
          </a:p>
        </p:txBody>
      </p:sp>
      <p:sp>
        <p:nvSpPr>
          <p:cNvPr id="6" name="文本框 5">
            <a:extLst>
              <a:ext uri="{FF2B5EF4-FFF2-40B4-BE49-F238E27FC236}">
                <a16:creationId xmlns:a16="http://schemas.microsoft.com/office/drawing/2014/main" id="{0D7E71EC-51A8-0FD2-09BF-FF1DBBF62824}"/>
              </a:ext>
            </a:extLst>
          </p:cNvPr>
          <p:cNvSpPr txBox="1"/>
          <p:nvPr/>
        </p:nvSpPr>
        <p:spPr>
          <a:xfrm>
            <a:off x="1465287" y="4198468"/>
            <a:ext cx="8270580"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PD-1-PD-L1 immune-checkpoint blockade in B-cell lymphomas</a:t>
            </a:r>
          </a:p>
        </p:txBody>
      </p:sp>
      <p:sp>
        <p:nvSpPr>
          <p:cNvPr id="7" name="矩形: 圆角 6">
            <a:extLst>
              <a:ext uri="{FF2B5EF4-FFF2-40B4-BE49-F238E27FC236}">
                <a16:creationId xmlns:a16="http://schemas.microsoft.com/office/drawing/2014/main" id="{FE7BE7BF-7B1D-D5FA-ED0E-60C934BDAABD}"/>
              </a:ext>
            </a:extLst>
          </p:cNvPr>
          <p:cNvSpPr/>
          <p:nvPr/>
        </p:nvSpPr>
        <p:spPr>
          <a:xfrm>
            <a:off x="722337" y="4080165"/>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03</a:t>
            </a:r>
            <a:endParaRPr lang="zh-CN" altLang="en-US" sz="2800" b="1" dirty="0">
              <a:solidFill>
                <a:prstClr val="white">
                  <a:alpha val="70000"/>
                </a:prstClr>
              </a:solidFill>
              <a:latin typeface="+mj-ea"/>
              <a:ea typeface="+mj-ea"/>
            </a:endParaRPr>
          </a:p>
        </p:txBody>
      </p:sp>
      <p:sp>
        <p:nvSpPr>
          <p:cNvPr id="8" name="矩形: 圆角 7">
            <a:extLst>
              <a:ext uri="{FF2B5EF4-FFF2-40B4-BE49-F238E27FC236}">
                <a16:creationId xmlns:a16="http://schemas.microsoft.com/office/drawing/2014/main" id="{DF59A1A3-DA13-1E4B-EF10-270D1541CD2F}"/>
              </a:ext>
            </a:extLst>
          </p:cNvPr>
          <p:cNvSpPr/>
          <p:nvPr/>
        </p:nvSpPr>
        <p:spPr>
          <a:xfrm>
            <a:off x="722337" y="5037814"/>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04</a:t>
            </a:r>
            <a:endParaRPr lang="zh-CN" altLang="en-US" sz="2800" b="1" dirty="0">
              <a:solidFill>
                <a:prstClr val="white">
                  <a:alpha val="70000"/>
                </a:prstClr>
              </a:solidFill>
              <a:latin typeface="+mj-ea"/>
              <a:ea typeface="+mj-ea"/>
            </a:endParaRPr>
          </a:p>
        </p:txBody>
      </p:sp>
      <p:sp>
        <p:nvSpPr>
          <p:cNvPr id="9" name="文本框 8">
            <a:extLst>
              <a:ext uri="{FF2B5EF4-FFF2-40B4-BE49-F238E27FC236}">
                <a16:creationId xmlns:a16="http://schemas.microsoft.com/office/drawing/2014/main" id="{BAA81BBB-DC01-6115-934B-DE5BBD0D46F1}"/>
              </a:ext>
            </a:extLst>
          </p:cNvPr>
          <p:cNvSpPr txBox="1"/>
          <p:nvPr/>
        </p:nvSpPr>
        <p:spPr>
          <a:xfrm>
            <a:off x="1465287" y="5156117"/>
            <a:ext cx="7974172" cy="400110"/>
          </a:xfrm>
          <a:prstGeom prst="rect">
            <a:avLst/>
          </a:prstGeom>
          <a:noFill/>
        </p:spPr>
        <p:txBody>
          <a:bodyPr wrap="square">
            <a:spAutoFit/>
          </a:bodyPr>
          <a:lstStyle/>
          <a:p>
            <a:pPr>
              <a:defRPr/>
            </a:pPr>
            <a:r>
              <a:rPr lang="zh-CN" altLang="en-US" sz="2000" b="1" dirty="0">
                <a:solidFill>
                  <a:schemeClr val="bg1">
                    <a:lumMod val="85000"/>
                  </a:schemeClr>
                </a:solidFill>
                <a:latin typeface="+mj-ea"/>
                <a:ea typeface="+mj-ea"/>
              </a:rPr>
              <a:t>文献阅读总结与思考</a:t>
            </a:r>
          </a:p>
        </p:txBody>
      </p:sp>
      <p:sp>
        <p:nvSpPr>
          <p:cNvPr id="10" name="矩形 9">
            <a:extLst>
              <a:ext uri="{FF2B5EF4-FFF2-40B4-BE49-F238E27FC236}">
                <a16:creationId xmlns:a16="http://schemas.microsoft.com/office/drawing/2014/main" id="{027B9198-7199-4D49-29B0-EC5EE6F4F616}"/>
              </a:ext>
            </a:extLst>
          </p:cNvPr>
          <p:cNvSpPr/>
          <p:nvPr/>
        </p:nvSpPr>
        <p:spPr>
          <a:xfrm>
            <a:off x="160979" y="161266"/>
            <a:ext cx="11870042" cy="6535469"/>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E3FBBB6-FC4F-412B-E04D-8232D579C266}"/>
              </a:ext>
            </a:extLst>
          </p:cNvPr>
          <p:cNvSpPr/>
          <p:nvPr/>
        </p:nvSpPr>
        <p:spPr>
          <a:xfrm>
            <a:off x="4792835" y="161266"/>
            <a:ext cx="2606331" cy="1524340"/>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9055342-01BD-70B1-934C-0220625C1ADE}"/>
              </a:ext>
            </a:extLst>
          </p:cNvPr>
          <p:cNvSpPr txBox="1"/>
          <p:nvPr/>
        </p:nvSpPr>
        <p:spPr>
          <a:xfrm>
            <a:off x="5564444" y="337552"/>
            <a:ext cx="1063112" cy="923330"/>
          </a:xfrm>
          <a:prstGeom prst="rect">
            <a:avLst/>
          </a:prstGeom>
          <a:noFill/>
        </p:spPr>
        <p:txBody>
          <a:bodyPr wrap="none" rtlCol="0">
            <a:spAutoFit/>
          </a:bodyPr>
          <a:lstStyle/>
          <a:p>
            <a:pPr algn="ctr"/>
            <a:r>
              <a:rPr lang="en-US" altLang="zh-CN" sz="5400" b="1" spc="100" dirty="0">
                <a:solidFill>
                  <a:schemeClr val="bg1"/>
                </a:solidFill>
                <a:latin typeface="+mj-ea"/>
                <a:ea typeface="+mj-ea"/>
              </a:rPr>
              <a:t>01</a:t>
            </a:r>
          </a:p>
        </p:txBody>
      </p:sp>
      <p:sp>
        <p:nvSpPr>
          <p:cNvPr id="13" name="文本框 12">
            <a:extLst>
              <a:ext uri="{FF2B5EF4-FFF2-40B4-BE49-F238E27FC236}">
                <a16:creationId xmlns:a16="http://schemas.microsoft.com/office/drawing/2014/main" id="{ED891D36-F5CC-CE6E-D2DF-742DE1A8B8D0}"/>
              </a:ext>
            </a:extLst>
          </p:cNvPr>
          <p:cNvSpPr txBox="1"/>
          <p:nvPr/>
        </p:nvSpPr>
        <p:spPr>
          <a:xfrm>
            <a:off x="5185400" y="1109210"/>
            <a:ext cx="1821204" cy="400110"/>
          </a:xfrm>
          <a:prstGeom prst="rect">
            <a:avLst/>
          </a:prstGeom>
          <a:noFill/>
        </p:spPr>
        <p:txBody>
          <a:bodyPr wrap="none" rtlCol="0">
            <a:spAutoFit/>
          </a:bodyPr>
          <a:lstStyle/>
          <a:p>
            <a:pPr algn="ctr"/>
            <a:r>
              <a:rPr lang="en-US" altLang="zh-CN" sz="2000" b="1" spc="300" dirty="0">
                <a:solidFill>
                  <a:schemeClr val="bg1">
                    <a:alpha val="80000"/>
                  </a:schemeClr>
                </a:solidFill>
                <a:latin typeface="微软雅黑" panose="020B0503020204020204" pitchFamily="34" charset="-122"/>
                <a:ea typeface="微软雅黑" panose="020B0503020204020204" pitchFamily="34" charset="-122"/>
              </a:rPr>
              <a:t>PART ONE</a:t>
            </a:r>
          </a:p>
        </p:txBody>
      </p:sp>
    </p:spTree>
    <p:extLst>
      <p:ext uri="{BB962C8B-B14F-4D97-AF65-F5344CB8AC3E}">
        <p14:creationId xmlns:p14="http://schemas.microsoft.com/office/powerpoint/2010/main" val="3279150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6BCCE5-3E71-C131-7D1E-D204FEBA039A}"/>
              </a:ext>
            </a:extLst>
          </p:cNvPr>
          <p:cNvSpPr txBox="1"/>
          <p:nvPr/>
        </p:nvSpPr>
        <p:spPr>
          <a:xfrm>
            <a:off x="786510" y="184607"/>
            <a:ext cx="2717411" cy="461665"/>
          </a:xfrm>
          <a:prstGeom prst="rect">
            <a:avLst/>
          </a:prstGeom>
        </p:spPr>
        <p:txBody>
          <a:bodyPr wrap="none" rtlCol="0">
            <a:spAutoFit/>
          </a:bodyPr>
          <a:lstStyle/>
          <a:p>
            <a:r>
              <a:rPr lang="en-US" altLang="zh-CN" sz="2400" b="1" spc="100" dirty="0">
                <a:solidFill>
                  <a:schemeClr val="accent1"/>
                </a:solidFill>
                <a:latin typeface="+mj-ea"/>
                <a:ea typeface="+mj-ea"/>
              </a:rPr>
              <a:t>1.1 </a:t>
            </a:r>
            <a:r>
              <a:rPr lang="zh-CN" altLang="en-US" sz="2400" b="1" spc="100" dirty="0">
                <a:solidFill>
                  <a:schemeClr val="accent1"/>
                </a:solidFill>
                <a:latin typeface="+mj-ea"/>
                <a:ea typeface="+mj-ea"/>
              </a:rPr>
              <a:t>文献基本信息</a:t>
            </a:r>
          </a:p>
        </p:txBody>
      </p:sp>
      <p:sp>
        <p:nvSpPr>
          <p:cNvPr id="3" name="等腰三角形 2">
            <a:extLst>
              <a:ext uri="{FF2B5EF4-FFF2-40B4-BE49-F238E27FC236}">
                <a16:creationId xmlns:a16="http://schemas.microsoft.com/office/drawing/2014/main" id="{A2CE9A1A-2E29-B458-2624-E037D81BDB67}"/>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表格 31">
            <a:extLst>
              <a:ext uri="{FF2B5EF4-FFF2-40B4-BE49-F238E27FC236}">
                <a16:creationId xmlns:a16="http://schemas.microsoft.com/office/drawing/2014/main" id="{0F14ABC5-7B24-1F6D-1956-EE8EDBCBC2CE}"/>
              </a:ext>
            </a:extLst>
          </p:cNvPr>
          <p:cNvGraphicFramePr>
            <a:graphicFrameLocks noGrp="1"/>
          </p:cNvGraphicFramePr>
          <p:nvPr>
            <p:extLst>
              <p:ext uri="{D42A27DB-BD31-4B8C-83A1-F6EECF244321}">
                <p14:modId xmlns:p14="http://schemas.microsoft.com/office/powerpoint/2010/main" val="2464247713"/>
              </p:ext>
            </p:extLst>
          </p:nvPr>
        </p:nvGraphicFramePr>
        <p:xfrm>
          <a:off x="540956" y="1092589"/>
          <a:ext cx="3286377" cy="1828800"/>
        </p:xfrm>
        <a:graphic>
          <a:graphicData uri="http://schemas.openxmlformats.org/drawingml/2006/table">
            <a:tbl>
              <a:tblPr firstRow="1" bandRow="1">
                <a:tableStyleId>{5C22544A-7EE6-4342-B048-85BDC9FD1C3A}</a:tableStyleId>
              </a:tblPr>
              <a:tblGrid>
                <a:gridCol w="1517446">
                  <a:extLst>
                    <a:ext uri="{9D8B030D-6E8A-4147-A177-3AD203B41FA5}">
                      <a16:colId xmlns:a16="http://schemas.microsoft.com/office/drawing/2014/main" val="4292236267"/>
                    </a:ext>
                  </a:extLst>
                </a:gridCol>
                <a:gridCol w="1768931">
                  <a:extLst>
                    <a:ext uri="{9D8B030D-6E8A-4147-A177-3AD203B41FA5}">
                      <a16:colId xmlns:a16="http://schemas.microsoft.com/office/drawing/2014/main" val="2374848656"/>
                    </a:ext>
                  </a:extLst>
                </a:gridCol>
              </a:tblGrid>
              <a:tr h="288000">
                <a:tc>
                  <a:txBody>
                    <a:bodyPr/>
                    <a:lstStyle/>
                    <a:p>
                      <a:pPr algn="ctr"/>
                      <a:r>
                        <a:rPr lang="zh-CN" altLang="en-US" sz="1800" b="0" dirty="0">
                          <a:ln>
                            <a:noFill/>
                          </a:ln>
                          <a:solidFill>
                            <a:schemeClr val="tx1"/>
                          </a:solidFill>
                        </a:rPr>
                        <a:t>期刊</a:t>
                      </a:r>
                    </a:p>
                  </a:txBody>
                  <a:tcPr>
                    <a:solidFill>
                      <a:schemeClr val="bg1">
                        <a:lumMod val="95000"/>
                      </a:schemeClr>
                    </a:solidFill>
                  </a:tcPr>
                </a:tc>
                <a:tc>
                  <a:txBody>
                    <a:bodyPr/>
                    <a:lstStyle/>
                    <a:p>
                      <a:r>
                        <a:rPr lang="en-US" altLang="zh-CN" sz="1800" b="0" dirty="0">
                          <a:ln>
                            <a:noFill/>
                          </a:ln>
                          <a:solidFill>
                            <a:schemeClr val="tx1"/>
                          </a:solidFill>
                          <a:latin typeface="+mn-ea"/>
                        </a:rPr>
                        <a:t>Nature</a:t>
                      </a:r>
                      <a:endParaRPr lang="zh-CN" altLang="en-US" sz="1800" b="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25345744"/>
                  </a:ext>
                </a:extLst>
              </a:tr>
              <a:tr h="0">
                <a:tc>
                  <a:txBody>
                    <a:bodyPr/>
                    <a:lstStyle/>
                    <a:p>
                      <a:pPr algn="ctr"/>
                      <a:r>
                        <a:rPr lang="zh-CN" altLang="en-US" sz="1800" dirty="0">
                          <a:ln>
                            <a:noFill/>
                          </a:ln>
                          <a:solidFill>
                            <a:schemeClr val="tx1"/>
                          </a:solidFill>
                          <a:latin typeface="+mn-ea"/>
                        </a:rPr>
                        <a:t>作者</a:t>
                      </a:r>
                      <a:endParaRPr lang="zh-CN" altLang="en-US" sz="1800" dirty="0">
                        <a:ln>
                          <a:noFill/>
                        </a:ln>
                        <a:solidFill>
                          <a:schemeClr val="tx1"/>
                        </a:solidFill>
                      </a:endParaRPr>
                    </a:p>
                  </a:txBody>
                  <a:tcPr>
                    <a:solidFill>
                      <a:schemeClr val="bg1">
                        <a:lumMod val="95000"/>
                      </a:schemeClr>
                    </a:solidFill>
                  </a:tcPr>
                </a:tc>
                <a:tc>
                  <a:txBody>
                    <a:bodyPr/>
                    <a:lstStyle/>
                    <a:p>
                      <a:r>
                        <a:rPr lang="zh-CN" altLang="en-US" sz="1800" dirty="0">
                          <a:ln>
                            <a:noFill/>
                          </a:ln>
                          <a:solidFill>
                            <a:schemeClr val="tx1"/>
                          </a:solidFill>
                          <a:latin typeface="+mn-ea"/>
                        </a:rPr>
                        <a:t>星淇</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1067390021"/>
                  </a:ext>
                </a:extLst>
              </a:tr>
              <a:tr h="288000">
                <a:tc>
                  <a:txBody>
                    <a:bodyPr/>
                    <a:lstStyle/>
                    <a:p>
                      <a:pPr algn="ctr"/>
                      <a:r>
                        <a:rPr lang="zh-CN" altLang="en-US" sz="1800" dirty="0">
                          <a:ln>
                            <a:noFill/>
                          </a:ln>
                          <a:solidFill>
                            <a:schemeClr val="tx1"/>
                          </a:solidFill>
                          <a:latin typeface="+mn-ea"/>
                        </a:rPr>
                        <a:t>发表日期</a:t>
                      </a:r>
                      <a:endParaRPr lang="zh-CN" altLang="en-US" sz="1800" dirty="0">
                        <a:ln>
                          <a:noFill/>
                        </a:ln>
                        <a:solidFill>
                          <a:schemeClr val="tx1"/>
                        </a:solidFill>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n>
                            <a:noFill/>
                          </a:ln>
                          <a:solidFill>
                            <a:schemeClr val="tx1"/>
                          </a:solidFill>
                          <a:latin typeface="+mn-ea"/>
                        </a:rPr>
                        <a:t>20XX/XX/XX</a:t>
                      </a:r>
                    </a:p>
                  </a:txBody>
                  <a:tcPr>
                    <a:solidFill>
                      <a:schemeClr val="bg1">
                        <a:lumMod val="95000"/>
                      </a:schemeClr>
                    </a:solidFill>
                  </a:tcPr>
                </a:tc>
                <a:extLst>
                  <a:ext uri="{0D108BD9-81ED-4DB2-BD59-A6C34878D82A}">
                    <a16:rowId xmlns:a16="http://schemas.microsoft.com/office/drawing/2014/main" val="3233014923"/>
                  </a:ext>
                </a:extLst>
              </a:tr>
              <a:tr h="288000">
                <a:tc>
                  <a:txBody>
                    <a:bodyPr/>
                    <a:lstStyle/>
                    <a:p>
                      <a:pPr algn="ctr"/>
                      <a:r>
                        <a:rPr lang="zh-CN" altLang="en-US" sz="1800" dirty="0">
                          <a:ln>
                            <a:noFill/>
                          </a:ln>
                          <a:solidFill>
                            <a:schemeClr val="tx1"/>
                          </a:solidFill>
                          <a:latin typeface="+mn-ea"/>
                        </a:rPr>
                        <a:t>分区</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SCI</a:t>
                      </a:r>
                      <a:r>
                        <a:rPr lang="zh-CN" altLang="en-US" sz="1800" dirty="0">
                          <a:ln>
                            <a:noFill/>
                          </a:ln>
                          <a:solidFill>
                            <a:schemeClr val="tx1"/>
                          </a:solidFill>
                          <a:latin typeface="+mn-ea"/>
                        </a:rPr>
                        <a:t>一区</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2328627363"/>
                  </a:ext>
                </a:extLst>
              </a:tr>
              <a:tr h="288000">
                <a:tc>
                  <a:txBody>
                    <a:bodyPr/>
                    <a:lstStyle/>
                    <a:p>
                      <a:pPr algn="ctr"/>
                      <a:r>
                        <a:rPr lang="zh-CN" altLang="en-US" sz="1800" dirty="0">
                          <a:ln>
                            <a:noFill/>
                          </a:ln>
                          <a:solidFill>
                            <a:schemeClr val="tx1"/>
                          </a:solidFill>
                          <a:latin typeface="+mn-ea"/>
                        </a:rPr>
                        <a:t>影响因子</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60.61</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41962294"/>
                  </a:ext>
                </a:extLst>
              </a:tr>
            </a:tbl>
          </a:graphicData>
        </a:graphic>
      </p:graphicFrame>
      <p:sp>
        <p:nvSpPr>
          <p:cNvPr id="5" name="矩形: 圆角 4">
            <a:extLst>
              <a:ext uri="{FF2B5EF4-FFF2-40B4-BE49-F238E27FC236}">
                <a16:creationId xmlns:a16="http://schemas.microsoft.com/office/drawing/2014/main" id="{DFDA0C00-3A2A-6DBE-1F53-1DE2813EBBBC}"/>
              </a:ext>
            </a:extLst>
          </p:cNvPr>
          <p:cNvSpPr/>
          <p:nvPr/>
        </p:nvSpPr>
        <p:spPr>
          <a:xfrm>
            <a:off x="540956" y="3226332"/>
            <a:ext cx="1584576"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6" name="矩形: 圆角 5">
            <a:extLst>
              <a:ext uri="{FF2B5EF4-FFF2-40B4-BE49-F238E27FC236}">
                <a16:creationId xmlns:a16="http://schemas.microsoft.com/office/drawing/2014/main" id="{BB857F19-018A-825C-AD75-D0972CD94D06}"/>
              </a:ext>
            </a:extLst>
          </p:cNvPr>
          <p:cNvSpPr/>
          <p:nvPr/>
        </p:nvSpPr>
        <p:spPr>
          <a:xfrm>
            <a:off x="2242756" y="3226332"/>
            <a:ext cx="1584576"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7" name="矩形: 圆角 6">
            <a:extLst>
              <a:ext uri="{FF2B5EF4-FFF2-40B4-BE49-F238E27FC236}">
                <a16:creationId xmlns:a16="http://schemas.microsoft.com/office/drawing/2014/main" id="{96A725D9-1D6E-A37D-E635-C445815F5425}"/>
              </a:ext>
            </a:extLst>
          </p:cNvPr>
          <p:cNvSpPr/>
          <p:nvPr/>
        </p:nvSpPr>
        <p:spPr>
          <a:xfrm>
            <a:off x="540956" y="3826073"/>
            <a:ext cx="1584576"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8" name="矩形: 圆角 7">
            <a:extLst>
              <a:ext uri="{FF2B5EF4-FFF2-40B4-BE49-F238E27FC236}">
                <a16:creationId xmlns:a16="http://schemas.microsoft.com/office/drawing/2014/main" id="{B3D9D869-D171-D51D-9A64-8E90944A75D8}"/>
              </a:ext>
            </a:extLst>
          </p:cNvPr>
          <p:cNvSpPr/>
          <p:nvPr/>
        </p:nvSpPr>
        <p:spPr>
          <a:xfrm>
            <a:off x="2242756" y="3826073"/>
            <a:ext cx="1584576"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pic>
        <p:nvPicPr>
          <p:cNvPr id="9" name="图片 8">
            <a:extLst>
              <a:ext uri="{FF2B5EF4-FFF2-40B4-BE49-F238E27FC236}">
                <a16:creationId xmlns:a16="http://schemas.microsoft.com/office/drawing/2014/main" id="{28A67880-567F-6120-A96B-DC86DD6565BC}"/>
              </a:ext>
            </a:extLst>
          </p:cNvPr>
          <p:cNvPicPr>
            <a:picLocks noChangeAspect="1"/>
          </p:cNvPicPr>
          <p:nvPr/>
        </p:nvPicPr>
        <p:blipFill>
          <a:blip r:embed="rId2"/>
          <a:stretch>
            <a:fillRect/>
          </a:stretch>
        </p:blipFill>
        <p:spPr>
          <a:xfrm>
            <a:off x="4087057" y="1092590"/>
            <a:ext cx="7576772" cy="3143056"/>
          </a:xfrm>
          <a:prstGeom prst="roundRect">
            <a:avLst>
              <a:gd name="adj" fmla="val 0"/>
            </a:avLst>
          </a:prstGeom>
          <a:ln w="12700">
            <a:solidFill>
              <a:schemeClr val="accent1"/>
            </a:solidFill>
          </a:ln>
        </p:spPr>
      </p:pic>
      <p:sp>
        <p:nvSpPr>
          <p:cNvPr id="10" name="矩形: 圆角 9">
            <a:extLst>
              <a:ext uri="{FF2B5EF4-FFF2-40B4-BE49-F238E27FC236}">
                <a16:creationId xmlns:a16="http://schemas.microsoft.com/office/drawing/2014/main" id="{ABD12E1B-87AF-CDDD-B328-F173819396FE}"/>
              </a:ext>
            </a:extLst>
          </p:cNvPr>
          <p:cNvSpPr/>
          <p:nvPr/>
        </p:nvSpPr>
        <p:spPr>
          <a:xfrm>
            <a:off x="550863" y="4646102"/>
            <a:ext cx="11125200" cy="1562193"/>
          </a:xfrm>
          <a:prstGeom prst="roundRect">
            <a:avLst>
              <a:gd name="adj" fmla="val 0"/>
            </a:avLst>
          </a:prstGeom>
          <a:gradFill>
            <a:gsLst>
              <a:gs pos="19000">
                <a:schemeClr val="bg1"/>
              </a:gs>
              <a:gs pos="100000">
                <a:schemeClr val="bg1"/>
              </a:gs>
            </a:gsLst>
            <a:lin ang="2700000" scaled="1"/>
          </a:gradFill>
          <a:ln>
            <a:solidFill>
              <a:schemeClr val="accent1"/>
            </a:solidFill>
          </a:ln>
          <a:effectLst>
            <a:outerShdw blurRad="495300" dist="304800" dir="2700000" sx="95000" sy="95000" algn="tl" rotWithShape="0">
              <a:schemeClr val="accent1">
                <a:lumMod val="40000"/>
                <a:lumOff val="60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11" name="矩形: 圆角 10">
            <a:extLst>
              <a:ext uri="{FF2B5EF4-FFF2-40B4-BE49-F238E27FC236}">
                <a16:creationId xmlns:a16="http://schemas.microsoft.com/office/drawing/2014/main" id="{67A0F2CC-16FE-DFD6-3EDB-5D8EBBDBB7A1}"/>
              </a:ext>
            </a:extLst>
          </p:cNvPr>
          <p:cNvSpPr/>
          <p:nvPr/>
        </p:nvSpPr>
        <p:spPr>
          <a:xfrm>
            <a:off x="550864" y="4646102"/>
            <a:ext cx="1918446" cy="1562193"/>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12" name="文本框 11">
            <a:extLst>
              <a:ext uri="{FF2B5EF4-FFF2-40B4-BE49-F238E27FC236}">
                <a16:creationId xmlns:a16="http://schemas.microsoft.com/office/drawing/2014/main" id="{ABD8FC2F-B940-C06A-EB04-F354A7F7AFE3}"/>
              </a:ext>
            </a:extLst>
          </p:cNvPr>
          <p:cNvSpPr txBox="1"/>
          <p:nvPr/>
        </p:nvSpPr>
        <p:spPr>
          <a:xfrm>
            <a:off x="609841" y="5227143"/>
            <a:ext cx="1800493"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00" normalizeH="0" noProof="0" dirty="0">
                <a:ln>
                  <a:noFill/>
                </a:ln>
                <a:solidFill>
                  <a:schemeClr val="bg1"/>
                </a:solidFill>
                <a:effectLst/>
                <a:uLnTx/>
                <a:uFillTx/>
                <a:latin typeface="+mj-ea"/>
                <a:ea typeface="+mj-ea"/>
                <a:cs typeface="+mn-cs"/>
              </a:rPr>
              <a:t>主要研究内容</a:t>
            </a:r>
          </a:p>
        </p:txBody>
      </p:sp>
      <p:sp>
        <p:nvSpPr>
          <p:cNvPr id="13" name="文本框 12">
            <a:extLst>
              <a:ext uri="{FF2B5EF4-FFF2-40B4-BE49-F238E27FC236}">
                <a16:creationId xmlns:a16="http://schemas.microsoft.com/office/drawing/2014/main" id="{B249A04C-4EBD-10FC-AF33-918D90BDA2E9}"/>
              </a:ext>
            </a:extLst>
          </p:cNvPr>
          <p:cNvSpPr txBox="1"/>
          <p:nvPr/>
        </p:nvSpPr>
        <p:spPr>
          <a:xfrm>
            <a:off x="2619811" y="4802604"/>
            <a:ext cx="8847978" cy="1249188"/>
          </a:xfrm>
          <a:prstGeom prst="rect">
            <a:avLst/>
          </a:prstGeom>
          <a:noFill/>
        </p:spPr>
        <p:txBody>
          <a:bodyPr wrap="square" rtlCol="0">
            <a:spAutoFit/>
          </a:bodyPr>
          <a:lstStyle/>
          <a:p>
            <a:pPr marL="0" marR="0" lvl="0" algn="just"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n-ea"/>
                <a:cs typeface="+mn-cs"/>
              </a:rPr>
              <a:t>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请输入文献主要研究内容</a:t>
            </a:r>
          </a:p>
        </p:txBody>
      </p:sp>
      <p:sp>
        <p:nvSpPr>
          <p:cNvPr id="14" name="文本框 13">
            <a:extLst>
              <a:ext uri="{FF2B5EF4-FFF2-40B4-BE49-F238E27FC236}">
                <a16:creationId xmlns:a16="http://schemas.microsoft.com/office/drawing/2014/main" id="{B31F391D-851F-EF5E-BB24-0F2530CFD979}"/>
              </a:ext>
            </a:extLst>
          </p:cNvPr>
          <p:cNvSpPr txBox="1"/>
          <p:nvPr/>
        </p:nvSpPr>
        <p:spPr>
          <a:xfrm>
            <a:off x="625358" y="3261841"/>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15" name="文本框 14">
            <a:extLst>
              <a:ext uri="{FF2B5EF4-FFF2-40B4-BE49-F238E27FC236}">
                <a16:creationId xmlns:a16="http://schemas.microsoft.com/office/drawing/2014/main" id="{6D3601E5-7094-3204-75BC-89F839100D09}"/>
              </a:ext>
            </a:extLst>
          </p:cNvPr>
          <p:cNvSpPr txBox="1"/>
          <p:nvPr/>
        </p:nvSpPr>
        <p:spPr>
          <a:xfrm>
            <a:off x="2327158" y="3261841"/>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16" name="文本框 15">
            <a:extLst>
              <a:ext uri="{FF2B5EF4-FFF2-40B4-BE49-F238E27FC236}">
                <a16:creationId xmlns:a16="http://schemas.microsoft.com/office/drawing/2014/main" id="{34B6B754-80BC-9575-3FAD-4C82836E126F}"/>
              </a:ext>
            </a:extLst>
          </p:cNvPr>
          <p:cNvSpPr txBox="1"/>
          <p:nvPr/>
        </p:nvSpPr>
        <p:spPr>
          <a:xfrm>
            <a:off x="625358" y="3861582"/>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17" name="文本框 16">
            <a:extLst>
              <a:ext uri="{FF2B5EF4-FFF2-40B4-BE49-F238E27FC236}">
                <a16:creationId xmlns:a16="http://schemas.microsoft.com/office/drawing/2014/main" id="{9742A893-5ED9-4E11-2756-BFE313BA47EC}"/>
              </a:ext>
            </a:extLst>
          </p:cNvPr>
          <p:cNvSpPr txBox="1"/>
          <p:nvPr/>
        </p:nvSpPr>
        <p:spPr>
          <a:xfrm>
            <a:off x="2327158" y="3861582"/>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18" name="矩形 17">
            <a:extLst>
              <a:ext uri="{FF2B5EF4-FFF2-40B4-BE49-F238E27FC236}">
                <a16:creationId xmlns:a16="http://schemas.microsoft.com/office/drawing/2014/main" id="{82F3D18E-2889-A6FE-48A8-C726BC65A21F}"/>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4</a:t>
            </a:r>
            <a:endParaRPr lang="zh-CN" altLang="en-US" sz="1400" b="1" dirty="0">
              <a:latin typeface="+mj-ea"/>
              <a:ea typeface="+mj-ea"/>
            </a:endParaRPr>
          </a:p>
        </p:txBody>
      </p:sp>
    </p:spTree>
    <p:extLst>
      <p:ext uri="{BB962C8B-B14F-4D97-AF65-F5344CB8AC3E}">
        <p14:creationId xmlns:p14="http://schemas.microsoft.com/office/powerpoint/2010/main" val="25484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018FFA-E1A8-76C4-29B1-7966C98BFFDB}"/>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1.2 </a:t>
            </a:r>
            <a:r>
              <a:rPr lang="zh-CN" altLang="en-US" sz="2400" b="1" spc="100" dirty="0">
                <a:solidFill>
                  <a:schemeClr val="accent1"/>
                </a:solidFill>
                <a:latin typeface="+mj-ea"/>
                <a:ea typeface="+mj-ea"/>
              </a:rPr>
              <a:t>研究背景与意义</a:t>
            </a:r>
          </a:p>
        </p:txBody>
      </p:sp>
      <p:pic>
        <p:nvPicPr>
          <p:cNvPr id="4" name="图片 3">
            <a:extLst>
              <a:ext uri="{FF2B5EF4-FFF2-40B4-BE49-F238E27FC236}">
                <a16:creationId xmlns:a16="http://schemas.microsoft.com/office/drawing/2014/main" id="{FB709DE7-A875-4B15-2695-3FA193C96525}"/>
              </a:ext>
            </a:extLst>
          </p:cNvPr>
          <p:cNvPicPr>
            <a:picLocks noChangeAspect="1"/>
          </p:cNvPicPr>
          <p:nvPr/>
        </p:nvPicPr>
        <p:blipFill>
          <a:blip r:embed="rId2"/>
          <a:stretch>
            <a:fillRect/>
          </a:stretch>
        </p:blipFill>
        <p:spPr>
          <a:xfrm>
            <a:off x="550863" y="1202154"/>
            <a:ext cx="5545137" cy="4637611"/>
          </a:xfrm>
          <a:prstGeom prst="rect">
            <a:avLst/>
          </a:prstGeom>
          <a:ln w="12700">
            <a:solidFill>
              <a:schemeClr val="accent1"/>
            </a:solidFill>
          </a:ln>
        </p:spPr>
      </p:pic>
      <p:sp>
        <p:nvSpPr>
          <p:cNvPr id="5" name="文本框 4">
            <a:extLst>
              <a:ext uri="{FF2B5EF4-FFF2-40B4-BE49-F238E27FC236}">
                <a16:creationId xmlns:a16="http://schemas.microsoft.com/office/drawing/2014/main" id="{F71C9EF6-94EF-4C26-1B59-93B62435958A}"/>
              </a:ext>
            </a:extLst>
          </p:cNvPr>
          <p:cNvSpPr txBox="1"/>
          <p:nvPr/>
        </p:nvSpPr>
        <p:spPr>
          <a:xfrm>
            <a:off x="2249160" y="5934557"/>
            <a:ext cx="183255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图</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请输入图示标题</a:t>
            </a:r>
          </a:p>
        </p:txBody>
      </p:sp>
      <p:sp>
        <p:nvSpPr>
          <p:cNvPr id="6" name="等腰三角形 5">
            <a:extLst>
              <a:ext uri="{FF2B5EF4-FFF2-40B4-BE49-F238E27FC236}">
                <a16:creationId xmlns:a16="http://schemas.microsoft.com/office/drawing/2014/main" id="{6C3C5FF5-621B-3E55-4FC1-F95899041184}"/>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圆角 6">
            <a:extLst>
              <a:ext uri="{FF2B5EF4-FFF2-40B4-BE49-F238E27FC236}">
                <a16:creationId xmlns:a16="http://schemas.microsoft.com/office/drawing/2014/main" id="{6834C8C2-00B1-58AF-9B1A-186E4EAD130C}"/>
              </a:ext>
            </a:extLst>
          </p:cNvPr>
          <p:cNvSpPr/>
          <p:nvPr/>
        </p:nvSpPr>
        <p:spPr>
          <a:xfrm>
            <a:off x="6240746" y="1437925"/>
            <a:ext cx="5400391" cy="1991075"/>
          </a:xfrm>
          <a:prstGeom prst="roundRect">
            <a:avLst>
              <a:gd name="adj" fmla="val 0"/>
            </a:avLst>
          </a:prstGeom>
          <a:no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emon13">
            <a:extLst>
              <a:ext uri="{FF2B5EF4-FFF2-40B4-BE49-F238E27FC236}">
                <a16:creationId xmlns:a16="http://schemas.microsoft.com/office/drawing/2014/main" id="{CDFD7E58-0DE1-7279-9EA1-BE63403C860B}"/>
              </a:ext>
            </a:extLst>
          </p:cNvPr>
          <p:cNvSpPr/>
          <p:nvPr/>
        </p:nvSpPr>
        <p:spPr>
          <a:xfrm flipH="1">
            <a:off x="6226627" y="1202154"/>
            <a:ext cx="1540691" cy="441956"/>
          </a:xfrm>
          <a:prstGeom prst="round2DiagRect">
            <a:avLst>
              <a:gd name="adj1" fmla="val 3179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spc="100" dirty="0">
                <a:solidFill>
                  <a:schemeClr val="bg1"/>
                </a:solidFill>
                <a:latin typeface="+mj-ea"/>
                <a:ea typeface="+mj-ea"/>
                <a:cs typeface="阿里巴巴普惠体 3.0 65 Medium" panose="00020600040101010101" pitchFamily="18" charset="-122"/>
                <a:sym typeface="阿里巴巴普惠体 3.0 65 Medium" panose="00020600040101010101" pitchFamily="18" charset="-122"/>
              </a:rPr>
              <a:t>研究背景</a:t>
            </a:r>
          </a:p>
        </p:txBody>
      </p:sp>
      <p:sp>
        <p:nvSpPr>
          <p:cNvPr id="11" name="文本框 10">
            <a:extLst>
              <a:ext uri="{FF2B5EF4-FFF2-40B4-BE49-F238E27FC236}">
                <a16:creationId xmlns:a16="http://schemas.microsoft.com/office/drawing/2014/main" id="{D0048722-5141-F6BD-C9B3-CB66BF3AB74E}"/>
              </a:ext>
            </a:extLst>
          </p:cNvPr>
          <p:cNvSpPr txBox="1"/>
          <p:nvPr/>
        </p:nvSpPr>
        <p:spPr>
          <a:xfrm>
            <a:off x="6424435" y="1739920"/>
            <a:ext cx="5106505" cy="1185324"/>
          </a:xfrm>
          <a:prstGeom prst="rect">
            <a:avLst/>
          </a:prstGeom>
          <a:noFill/>
        </p:spPr>
        <p:txBody>
          <a:bodyPr wrap="square" rtlCol="0">
            <a:spAutoFit/>
          </a:bodyPr>
          <a:lstStyle/>
          <a:p>
            <a:pPr marL="285750" indent="-285750" algn="just">
              <a:lnSpc>
                <a:spcPct val="130000"/>
              </a:lnSpc>
              <a:buClr>
                <a:schemeClr val="accent1"/>
              </a:buClr>
              <a:buFont typeface="Wingdings" panose="05000000000000000000" pitchFamily="2" charset="2"/>
              <a:buChar char="Ø"/>
            </a:pPr>
            <a:r>
              <a:rPr lang="zh-CN" altLang="en-US" sz="1400" dirty="0"/>
              <a:t>请输入研究背景请输入研究背景请输入研究背景请输入研究背景请输入研究背景请输入研究背景请输入研究背景；</a:t>
            </a:r>
            <a:endParaRPr lang="en-US" altLang="zh-CN" sz="1400" dirty="0"/>
          </a:p>
          <a:p>
            <a:pPr marL="285750" indent="-285750" algn="just">
              <a:lnSpc>
                <a:spcPct val="130000"/>
              </a:lnSpc>
              <a:buClr>
                <a:schemeClr val="accent1"/>
              </a:buClr>
              <a:buFont typeface="Wingdings" panose="05000000000000000000" pitchFamily="2" charset="2"/>
              <a:buChar char="Ø"/>
            </a:pPr>
            <a:r>
              <a:rPr lang="zh-CN" altLang="en-US" sz="1400" dirty="0"/>
              <a:t>请输入研究背景请输入研究背景请输入研究背景请输入研究背景请输入研究背景请输入研究背景请输入研究背景；</a:t>
            </a:r>
          </a:p>
        </p:txBody>
      </p:sp>
      <p:sp>
        <p:nvSpPr>
          <p:cNvPr id="20" name="矩形: 圆角 19">
            <a:extLst>
              <a:ext uri="{FF2B5EF4-FFF2-40B4-BE49-F238E27FC236}">
                <a16:creationId xmlns:a16="http://schemas.microsoft.com/office/drawing/2014/main" id="{30A9EDFB-559C-6096-4450-9D0FFBC3904E}"/>
              </a:ext>
            </a:extLst>
          </p:cNvPr>
          <p:cNvSpPr/>
          <p:nvPr/>
        </p:nvSpPr>
        <p:spPr>
          <a:xfrm>
            <a:off x="6240746" y="3848690"/>
            <a:ext cx="5400391" cy="1991075"/>
          </a:xfrm>
          <a:prstGeom prst="roundRect">
            <a:avLst>
              <a:gd name="adj" fmla="val 0"/>
            </a:avLst>
          </a:prstGeom>
          <a:no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lemon13">
            <a:extLst>
              <a:ext uri="{FF2B5EF4-FFF2-40B4-BE49-F238E27FC236}">
                <a16:creationId xmlns:a16="http://schemas.microsoft.com/office/drawing/2014/main" id="{8F4E3E0B-28DE-1D3D-1C15-1DF945B01F02}"/>
              </a:ext>
            </a:extLst>
          </p:cNvPr>
          <p:cNvSpPr/>
          <p:nvPr/>
        </p:nvSpPr>
        <p:spPr>
          <a:xfrm flipH="1">
            <a:off x="6226627" y="3612919"/>
            <a:ext cx="1540691" cy="441956"/>
          </a:xfrm>
          <a:prstGeom prst="round2DiagRect">
            <a:avLst>
              <a:gd name="adj1" fmla="val 31793"/>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spc="100" dirty="0">
                <a:solidFill>
                  <a:schemeClr val="bg1"/>
                </a:solidFill>
                <a:latin typeface="+mj-ea"/>
                <a:ea typeface="+mj-ea"/>
                <a:cs typeface="阿里巴巴普惠体 3.0 65 Medium" panose="00020600040101010101" pitchFamily="18" charset="-122"/>
                <a:sym typeface="阿里巴巴普惠体 3.0 65 Medium" panose="00020600040101010101" pitchFamily="18" charset="-122"/>
              </a:rPr>
              <a:t>研究意义</a:t>
            </a:r>
          </a:p>
        </p:txBody>
      </p:sp>
      <p:sp>
        <p:nvSpPr>
          <p:cNvPr id="22" name="文本框 21">
            <a:extLst>
              <a:ext uri="{FF2B5EF4-FFF2-40B4-BE49-F238E27FC236}">
                <a16:creationId xmlns:a16="http://schemas.microsoft.com/office/drawing/2014/main" id="{1E07A394-01FD-F088-D0B0-04026C5664AB}"/>
              </a:ext>
            </a:extLst>
          </p:cNvPr>
          <p:cNvSpPr txBox="1"/>
          <p:nvPr/>
        </p:nvSpPr>
        <p:spPr>
          <a:xfrm>
            <a:off x="6424435" y="4150685"/>
            <a:ext cx="5106505" cy="1185324"/>
          </a:xfrm>
          <a:prstGeom prst="rect">
            <a:avLst/>
          </a:prstGeom>
          <a:noFill/>
        </p:spPr>
        <p:txBody>
          <a:bodyPr wrap="square" rtlCol="0">
            <a:spAutoFit/>
          </a:bodyPr>
          <a:lstStyle/>
          <a:p>
            <a:pPr marL="285750" indent="-285750" algn="just">
              <a:lnSpc>
                <a:spcPct val="130000"/>
              </a:lnSpc>
              <a:buClr>
                <a:schemeClr val="accent1"/>
              </a:buClr>
              <a:buFont typeface="Wingdings" panose="05000000000000000000" pitchFamily="2" charset="2"/>
              <a:buChar char="Ø"/>
            </a:pPr>
            <a:r>
              <a:rPr lang="zh-CN" altLang="en-US" sz="1400" dirty="0"/>
              <a:t>请输入研究意义请输入研究意义请输入研究意义请输入研究意义请输入研究意义请输入研究意义请输入研究意义；</a:t>
            </a:r>
            <a:endParaRPr lang="en-US" altLang="zh-CN" sz="1400" dirty="0"/>
          </a:p>
          <a:p>
            <a:pPr marL="285750" indent="-285750" algn="just">
              <a:lnSpc>
                <a:spcPct val="130000"/>
              </a:lnSpc>
              <a:buClr>
                <a:schemeClr val="accent1"/>
              </a:buClr>
              <a:buFont typeface="Wingdings" panose="05000000000000000000" pitchFamily="2" charset="2"/>
              <a:buChar char="Ø"/>
            </a:pPr>
            <a:r>
              <a:rPr lang="zh-CN" altLang="en-US" sz="1400" dirty="0"/>
              <a:t>请输入研究意义请输入研究意义请输入研究意义请输入研究意义请输入研究意义请输入研究意义请输入研究意义；</a:t>
            </a:r>
          </a:p>
        </p:txBody>
      </p:sp>
      <p:sp>
        <p:nvSpPr>
          <p:cNvPr id="3" name="矩形 2">
            <a:extLst>
              <a:ext uri="{FF2B5EF4-FFF2-40B4-BE49-F238E27FC236}">
                <a16:creationId xmlns:a16="http://schemas.microsoft.com/office/drawing/2014/main" id="{8C1D7506-2CA6-0A65-8A34-F190284D23CD}"/>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5</a:t>
            </a:r>
            <a:endParaRPr lang="zh-CN" altLang="en-US" sz="1400" b="1" dirty="0">
              <a:latin typeface="+mj-ea"/>
              <a:ea typeface="+mj-ea"/>
            </a:endParaRPr>
          </a:p>
        </p:txBody>
      </p:sp>
    </p:spTree>
    <p:extLst>
      <p:ext uri="{BB962C8B-B14F-4D97-AF65-F5344CB8AC3E}">
        <p14:creationId xmlns:p14="http://schemas.microsoft.com/office/powerpoint/2010/main" val="2176194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箭头: 五边形 25">
            <a:extLst>
              <a:ext uri="{FF2B5EF4-FFF2-40B4-BE49-F238E27FC236}">
                <a16:creationId xmlns:a16="http://schemas.microsoft.com/office/drawing/2014/main" id="{D8E49546-F6A4-A4E3-7E4C-DFF81C38AEFB}"/>
              </a:ext>
            </a:extLst>
          </p:cNvPr>
          <p:cNvSpPr/>
          <p:nvPr/>
        </p:nvSpPr>
        <p:spPr>
          <a:xfrm>
            <a:off x="874713" y="6174869"/>
            <a:ext cx="10442575" cy="72000"/>
          </a:xfrm>
          <a:prstGeom prst="homePlate">
            <a:avLst>
              <a:gd name="adj" fmla="val 7892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2" name="矩形 1">
            <a:extLst>
              <a:ext uri="{FF2B5EF4-FFF2-40B4-BE49-F238E27FC236}">
                <a16:creationId xmlns:a16="http://schemas.microsoft.com/office/drawing/2014/main" id="{60FC93E3-9B25-DEA7-AEC8-1DAC0315EFD3}"/>
              </a:ext>
            </a:extLst>
          </p:cNvPr>
          <p:cNvSpPr/>
          <p:nvPr/>
        </p:nvSpPr>
        <p:spPr>
          <a:xfrm flipV="1">
            <a:off x="874712" y="1358899"/>
            <a:ext cx="2438504"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3" name="任意多边形: 形状 12">
            <a:extLst>
              <a:ext uri="{FF2B5EF4-FFF2-40B4-BE49-F238E27FC236}">
                <a16:creationId xmlns:a16="http://schemas.microsoft.com/office/drawing/2014/main" id="{D1F43589-6FBB-767A-37F6-4267EE3C412E}"/>
              </a:ext>
            </a:extLst>
          </p:cNvPr>
          <p:cNvSpPr/>
          <p:nvPr/>
        </p:nvSpPr>
        <p:spPr>
          <a:xfrm>
            <a:off x="874713" y="1976500"/>
            <a:ext cx="2398712"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4" name="文本框 13">
            <a:extLst>
              <a:ext uri="{FF2B5EF4-FFF2-40B4-BE49-F238E27FC236}">
                <a16:creationId xmlns:a16="http://schemas.microsoft.com/office/drawing/2014/main" id="{944F86A4-E76D-9C02-4884-4794206D08AC}"/>
              </a:ext>
            </a:extLst>
          </p:cNvPr>
          <p:cNvSpPr txBox="1"/>
          <p:nvPr/>
        </p:nvSpPr>
        <p:spPr>
          <a:xfrm>
            <a:off x="1164159" y="1553230"/>
            <a:ext cx="185961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baseline="0" noProof="0" dirty="0">
                <a:ln>
                  <a:noFill/>
                </a:ln>
                <a:solidFill>
                  <a:prstClr val="black"/>
                </a:solidFill>
                <a:effectLst/>
                <a:uLnTx/>
                <a:uFillTx/>
                <a:latin typeface="+mj-ea"/>
                <a:ea typeface="+mj-ea"/>
                <a:cs typeface="+mn-cs"/>
              </a:rPr>
              <a:t>实验方法一</a:t>
            </a:r>
          </a:p>
        </p:txBody>
      </p:sp>
      <p:sp>
        <p:nvSpPr>
          <p:cNvPr id="20" name="文本框 19">
            <a:extLst>
              <a:ext uri="{FF2B5EF4-FFF2-40B4-BE49-F238E27FC236}">
                <a16:creationId xmlns:a16="http://schemas.microsoft.com/office/drawing/2014/main" id="{F72476BF-3075-4EA4-2B81-08C2693B8E7C}"/>
              </a:ext>
            </a:extLst>
          </p:cNvPr>
          <p:cNvSpPr txBox="1"/>
          <p:nvPr/>
        </p:nvSpPr>
        <p:spPr>
          <a:xfrm>
            <a:off x="801938" y="2734542"/>
            <a:ext cx="2522289" cy="2520370"/>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mn-ea"/>
              <a:cs typeface="+mn-cs"/>
            </a:endParaRP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39" name="矩形: 圆角 38">
            <a:extLst>
              <a:ext uri="{FF2B5EF4-FFF2-40B4-BE49-F238E27FC236}">
                <a16:creationId xmlns:a16="http://schemas.microsoft.com/office/drawing/2014/main" id="{3A1298E2-AA50-211B-A758-17566B527F05}"/>
              </a:ext>
            </a:extLst>
          </p:cNvPr>
          <p:cNvSpPr/>
          <p:nvPr/>
        </p:nvSpPr>
        <p:spPr>
          <a:xfrm>
            <a:off x="1282752" y="2216331"/>
            <a:ext cx="1622425" cy="367015"/>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23581924-EE58-F5F2-E44F-81C9AA6FBAA7}"/>
              </a:ext>
            </a:extLst>
          </p:cNvPr>
          <p:cNvSpPr txBox="1"/>
          <p:nvPr/>
        </p:nvSpPr>
        <p:spPr>
          <a:xfrm>
            <a:off x="1373254" y="2245950"/>
            <a:ext cx="1441420" cy="307777"/>
          </a:xfrm>
          <a:prstGeom prst="rect">
            <a:avLst/>
          </a:prstGeom>
          <a:noFill/>
        </p:spPr>
        <p:txBody>
          <a:bodyPr wrap="none" rtlCol="0">
            <a:spAutoFit/>
          </a:bodyPr>
          <a:lstStyle/>
          <a:p>
            <a:pPr algn="ctr"/>
            <a:r>
              <a:rPr lang="zh-CN" altLang="en-US" sz="1400" b="1" dirty="0">
                <a:solidFill>
                  <a:schemeClr val="bg1"/>
                </a:solidFill>
                <a:latin typeface="+mj-ea"/>
                <a:ea typeface="+mj-ea"/>
              </a:rPr>
              <a:t>请输入标题内容</a:t>
            </a:r>
          </a:p>
        </p:txBody>
      </p:sp>
      <p:sp>
        <p:nvSpPr>
          <p:cNvPr id="44" name="矩形 43">
            <a:extLst>
              <a:ext uri="{FF2B5EF4-FFF2-40B4-BE49-F238E27FC236}">
                <a16:creationId xmlns:a16="http://schemas.microsoft.com/office/drawing/2014/main" id="{04E2CA6B-D083-5FA1-7E4B-2EC894A68A48}"/>
              </a:ext>
            </a:extLst>
          </p:cNvPr>
          <p:cNvSpPr/>
          <p:nvPr/>
        </p:nvSpPr>
        <p:spPr>
          <a:xfrm flipV="1">
            <a:off x="3541712" y="1358899"/>
            <a:ext cx="2438504"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45" name="任意多边形: 形状 44">
            <a:extLst>
              <a:ext uri="{FF2B5EF4-FFF2-40B4-BE49-F238E27FC236}">
                <a16:creationId xmlns:a16="http://schemas.microsoft.com/office/drawing/2014/main" id="{C8CC4876-0115-554F-8B35-3A0F922AD6D5}"/>
              </a:ext>
            </a:extLst>
          </p:cNvPr>
          <p:cNvSpPr/>
          <p:nvPr/>
        </p:nvSpPr>
        <p:spPr>
          <a:xfrm>
            <a:off x="3541713" y="1976500"/>
            <a:ext cx="2398712"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46" name="文本框 45">
            <a:extLst>
              <a:ext uri="{FF2B5EF4-FFF2-40B4-BE49-F238E27FC236}">
                <a16:creationId xmlns:a16="http://schemas.microsoft.com/office/drawing/2014/main" id="{8A53A092-8355-7FB4-D7E2-00A9E36F33FE}"/>
              </a:ext>
            </a:extLst>
          </p:cNvPr>
          <p:cNvSpPr txBox="1"/>
          <p:nvPr/>
        </p:nvSpPr>
        <p:spPr>
          <a:xfrm>
            <a:off x="3831159" y="1553230"/>
            <a:ext cx="185961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baseline="0" noProof="0" dirty="0">
                <a:ln>
                  <a:noFill/>
                </a:ln>
                <a:solidFill>
                  <a:prstClr val="black"/>
                </a:solidFill>
                <a:effectLst/>
                <a:uLnTx/>
                <a:uFillTx/>
                <a:latin typeface="+mj-ea"/>
                <a:ea typeface="+mj-ea"/>
                <a:cs typeface="+mn-cs"/>
              </a:rPr>
              <a:t>实验方法二</a:t>
            </a:r>
          </a:p>
        </p:txBody>
      </p:sp>
      <p:sp>
        <p:nvSpPr>
          <p:cNvPr id="47" name="文本框 46">
            <a:extLst>
              <a:ext uri="{FF2B5EF4-FFF2-40B4-BE49-F238E27FC236}">
                <a16:creationId xmlns:a16="http://schemas.microsoft.com/office/drawing/2014/main" id="{1BDE3EE9-D244-FF5F-9BB5-B4D4709D188E}"/>
              </a:ext>
            </a:extLst>
          </p:cNvPr>
          <p:cNvSpPr txBox="1"/>
          <p:nvPr/>
        </p:nvSpPr>
        <p:spPr>
          <a:xfrm>
            <a:off x="3468938" y="2734542"/>
            <a:ext cx="2522289" cy="2520370"/>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mn-ea"/>
              <a:cs typeface="+mn-cs"/>
            </a:endParaRP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48" name="矩形: 圆角 47">
            <a:extLst>
              <a:ext uri="{FF2B5EF4-FFF2-40B4-BE49-F238E27FC236}">
                <a16:creationId xmlns:a16="http://schemas.microsoft.com/office/drawing/2014/main" id="{D4B0F678-E57C-5D8D-AF49-FA1F01DACEBF}"/>
              </a:ext>
            </a:extLst>
          </p:cNvPr>
          <p:cNvSpPr/>
          <p:nvPr/>
        </p:nvSpPr>
        <p:spPr>
          <a:xfrm>
            <a:off x="3949752" y="2216331"/>
            <a:ext cx="1622425" cy="367015"/>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661C1F71-F2D5-E58B-0DE4-27CFA41A1D95}"/>
              </a:ext>
            </a:extLst>
          </p:cNvPr>
          <p:cNvSpPr txBox="1"/>
          <p:nvPr/>
        </p:nvSpPr>
        <p:spPr>
          <a:xfrm>
            <a:off x="4040254" y="2245950"/>
            <a:ext cx="1441420" cy="307777"/>
          </a:xfrm>
          <a:prstGeom prst="rect">
            <a:avLst/>
          </a:prstGeom>
          <a:noFill/>
        </p:spPr>
        <p:txBody>
          <a:bodyPr wrap="none" rtlCol="0">
            <a:spAutoFit/>
          </a:bodyPr>
          <a:lstStyle/>
          <a:p>
            <a:pPr algn="ctr"/>
            <a:r>
              <a:rPr lang="zh-CN" altLang="en-US" sz="1400" b="1" dirty="0">
                <a:solidFill>
                  <a:schemeClr val="bg1"/>
                </a:solidFill>
                <a:latin typeface="+mj-ea"/>
                <a:ea typeface="+mj-ea"/>
              </a:rPr>
              <a:t>请输入标题内容</a:t>
            </a:r>
          </a:p>
        </p:txBody>
      </p:sp>
      <p:sp>
        <p:nvSpPr>
          <p:cNvPr id="51" name="矩形 50">
            <a:extLst>
              <a:ext uri="{FF2B5EF4-FFF2-40B4-BE49-F238E27FC236}">
                <a16:creationId xmlns:a16="http://schemas.microsoft.com/office/drawing/2014/main" id="{C59F4B58-CE26-21EE-3D94-35851BD203DA}"/>
              </a:ext>
            </a:extLst>
          </p:cNvPr>
          <p:cNvSpPr/>
          <p:nvPr/>
        </p:nvSpPr>
        <p:spPr>
          <a:xfrm flipV="1">
            <a:off x="6208712" y="1358899"/>
            <a:ext cx="2438504"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52" name="任意多边形: 形状 51">
            <a:extLst>
              <a:ext uri="{FF2B5EF4-FFF2-40B4-BE49-F238E27FC236}">
                <a16:creationId xmlns:a16="http://schemas.microsoft.com/office/drawing/2014/main" id="{FF87DCDE-7708-1252-8189-DEA79E6A622A}"/>
              </a:ext>
            </a:extLst>
          </p:cNvPr>
          <p:cNvSpPr/>
          <p:nvPr/>
        </p:nvSpPr>
        <p:spPr>
          <a:xfrm>
            <a:off x="6208713" y="1976500"/>
            <a:ext cx="2398712"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53" name="文本框 52">
            <a:extLst>
              <a:ext uri="{FF2B5EF4-FFF2-40B4-BE49-F238E27FC236}">
                <a16:creationId xmlns:a16="http://schemas.microsoft.com/office/drawing/2014/main" id="{CF2B3682-7054-589B-EC10-A8A76C048164}"/>
              </a:ext>
            </a:extLst>
          </p:cNvPr>
          <p:cNvSpPr txBox="1"/>
          <p:nvPr/>
        </p:nvSpPr>
        <p:spPr>
          <a:xfrm>
            <a:off x="6498159" y="1553230"/>
            <a:ext cx="185961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baseline="0" noProof="0" dirty="0">
                <a:ln>
                  <a:noFill/>
                </a:ln>
                <a:solidFill>
                  <a:prstClr val="black"/>
                </a:solidFill>
                <a:effectLst/>
                <a:uLnTx/>
                <a:uFillTx/>
                <a:latin typeface="+mj-ea"/>
                <a:ea typeface="+mj-ea"/>
                <a:cs typeface="+mn-cs"/>
              </a:rPr>
              <a:t>实验方法三</a:t>
            </a:r>
          </a:p>
        </p:txBody>
      </p:sp>
      <p:sp>
        <p:nvSpPr>
          <p:cNvPr id="54" name="文本框 53">
            <a:extLst>
              <a:ext uri="{FF2B5EF4-FFF2-40B4-BE49-F238E27FC236}">
                <a16:creationId xmlns:a16="http://schemas.microsoft.com/office/drawing/2014/main" id="{254B1A6D-C5E1-B97A-AA42-6B398FA963CF}"/>
              </a:ext>
            </a:extLst>
          </p:cNvPr>
          <p:cNvSpPr txBox="1"/>
          <p:nvPr/>
        </p:nvSpPr>
        <p:spPr>
          <a:xfrm>
            <a:off x="6135938" y="2734542"/>
            <a:ext cx="2522289" cy="2520370"/>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mn-ea"/>
              <a:cs typeface="+mn-cs"/>
            </a:endParaRP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55" name="矩形: 圆角 54">
            <a:extLst>
              <a:ext uri="{FF2B5EF4-FFF2-40B4-BE49-F238E27FC236}">
                <a16:creationId xmlns:a16="http://schemas.microsoft.com/office/drawing/2014/main" id="{413C922F-1669-BAB7-110C-DF6D797B57B6}"/>
              </a:ext>
            </a:extLst>
          </p:cNvPr>
          <p:cNvSpPr/>
          <p:nvPr/>
        </p:nvSpPr>
        <p:spPr>
          <a:xfrm>
            <a:off x="6616752" y="2216331"/>
            <a:ext cx="1622425" cy="367015"/>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B750084B-C409-2225-033C-6F8690DF3591}"/>
              </a:ext>
            </a:extLst>
          </p:cNvPr>
          <p:cNvSpPr txBox="1"/>
          <p:nvPr/>
        </p:nvSpPr>
        <p:spPr>
          <a:xfrm>
            <a:off x="6707254" y="2245950"/>
            <a:ext cx="1441420" cy="307777"/>
          </a:xfrm>
          <a:prstGeom prst="rect">
            <a:avLst/>
          </a:prstGeom>
          <a:noFill/>
        </p:spPr>
        <p:txBody>
          <a:bodyPr wrap="none" rtlCol="0">
            <a:spAutoFit/>
          </a:bodyPr>
          <a:lstStyle/>
          <a:p>
            <a:pPr algn="ctr"/>
            <a:r>
              <a:rPr lang="zh-CN" altLang="en-US" sz="1400" b="1" dirty="0">
                <a:solidFill>
                  <a:schemeClr val="bg1"/>
                </a:solidFill>
                <a:latin typeface="+mj-ea"/>
                <a:ea typeface="+mj-ea"/>
              </a:rPr>
              <a:t>请输入标题内容</a:t>
            </a:r>
          </a:p>
        </p:txBody>
      </p:sp>
      <p:sp>
        <p:nvSpPr>
          <p:cNvPr id="58" name="矩形 57">
            <a:extLst>
              <a:ext uri="{FF2B5EF4-FFF2-40B4-BE49-F238E27FC236}">
                <a16:creationId xmlns:a16="http://schemas.microsoft.com/office/drawing/2014/main" id="{00D0218C-7FCC-4737-1BA7-F311A1894B35}"/>
              </a:ext>
            </a:extLst>
          </p:cNvPr>
          <p:cNvSpPr/>
          <p:nvPr/>
        </p:nvSpPr>
        <p:spPr>
          <a:xfrm flipV="1">
            <a:off x="8875712" y="1358899"/>
            <a:ext cx="2438504"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59" name="任意多边形: 形状 58">
            <a:extLst>
              <a:ext uri="{FF2B5EF4-FFF2-40B4-BE49-F238E27FC236}">
                <a16:creationId xmlns:a16="http://schemas.microsoft.com/office/drawing/2014/main" id="{F30E7549-80AC-AA2C-D2F8-52576717995E}"/>
              </a:ext>
            </a:extLst>
          </p:cNvPr>
          <p:cNvSpPr/>
          <p:nvPr/>
        </p:nvSpPr>
        <p:spPr>
          <a:xfrm>
            <a:off x="8875713" y="1976500"/>
            <a:ext cx="2398712"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60" name="文本框 59">
            <a:extLst>
              <a:ext uri="{FF2B5EF4-FFF2-40B4-BE49-F238E27FC236}">
                <a16:creationId xmlns:a16="http://schemas.microsoft.com/office/drawing/2014/main" id="{41363D09-270F-1458-DAF0-AADBE314CDCA}"/>
              </a:ext>
            </a:extLst>
          </p:cNvPr>
          <p:cNvSpPr txBox="1"/>
          <p:nvPr/>
        </p:nvSpPr>
        <p:spPr>
          <a:xfrm>
            <a:off x="9165159" y="1553230"/>
            <a:ext cx="185961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baseline="0" noProof="0" dirty="0">
                <a:ln>
                  <a:noFill/>
                </a:ln>
                <a:solidFill>
                  <a:prstClr val="black"/>
                </a:solidFill>
                <a:effectLst/>
                <a:uLnTx/>
                <a:uFillTx/>
                <a:latin typeface="+mj-ea"/>
                <a:ea typeface="+mj-ea"/>
                <a:cs typeface="+mn-cs"/>
              </a:rPr>
              <a:t>实验方法四</a:t>
            </a:r>
          </a:p>
        </p:txBody>
      </p:sp>
      <p:sp>
        <p:nvSpPr>
          <p:cNvPr id="61" name="文本框 60">
            <a:extLst>
              <a:ext uri="{FF2B5EF4-FFF2-40B4-BE49-F238E27FC236}">
                <a16:creationId xmlns:a16="http://schemas.microsoft.com/office/drawing/2014/main" id="{B95C6321-CDEE-AC73-DD24-386919A442EA}"/>
              </a:ext>
            </a:extLst>
          </p:cNvPr>
          <p:cNvSpPr txBox="1"/>
          <p:nvPr/>
        </p:nvSpPr>
        <p:spPr>
          <a:xfrm>
            <a:off x="8802938" y="2734542"/>
            <a:ext cx="2522289" cy="2520370"/>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mn-ea"/>
              <a:cs typeface="+mn-cs"/>
            </a:endParaRP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mn-ea"/>
              <a:cs typeface="+mn-cs"/>
            </a:endParaRPr>
          </a:p>
        </p:txBody>
      </p:sp>
      <p:sp>
        <p:nvSpPr>
          <p:cNvPr id="62" name="矩形: 圆角 61">
            <a:extLst>
              <a:ext uri="{FF2B5EF4-FFF2-40B4-BE49-F238E27FC236}">
                <a16:creationId xmlns:a16="http://schemas.microsoft.com/office/drawing/2014/main" id="{CFB00CB5-81B5-2F18-C0FB-C55678DD86BF}"/>
              </a:ext>
            </a:extLst>
          </p:cNvPr>
          <p:cNvSpPr/>
          <p:nvPr/>
        </p:nvSpPr>
        <p:spPr>
          <a:xfrm>
            <a:off x="9283752" y="2216331"/>
            <a:ext cx="1622425" cy="367015"/>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DC452553-9505-398E-7FEF-B7857B1BE3E0}"/>
              </a:ext>
            </a:extLst>
          </p:cNvPr>
          <p:cNvSpPr txBox="1"/>
          <p:nvPr/>
        </p:nvSpPr>
        <p:spPr>
          <a:xfrm>
            <a:off x="9374254" y="2245950"/>
            <a:ext cx="1441420" cy="307777"/>
          </a:xfrm>
          <a:prstGeom prst="rect">
            <a:avLst/>
          </a:prstGeom>
          <a:noFill/>
        </p:spPr>
        <p:txBody>
          <a:bodyPr wrap="none" rtlCol="0">
            <a:spAutoFit/>
          </a:bodyPr>
          <a:lstStyle/>
          <a:p>
            <a:pPr algn="ctr"/>
            <a:r>
              <a:rPr lang="zh-CN" altLang="en-US" sz="1400" b="1" dirty="0">
                <a:solidFill>
                  <a:schemeClr val="bg1"/>
                </a:solidFill>
                <a:latin typeface="+mj-ea"/>
                <a:ea typeface="+mj-ea"/>
              </a:rPr>
              <a:t>请输入标题内容</a:t>
            </a:r>
          </a:p>
        </p:txBody>
      </p:sp>
      <p:sp>
        <p:nvSpPr>
          <p:cNvPr id="64" name="文本框 63">
            <a:extLst>
              <a:ext uri="{FF2B5EF4-FFF2-40B4-BE49-F238E27FC236}">
                <a16:creationId xmlns:a16="http://schemas.microsoft.com/office/drawing/2014/main" id="{AB1B6752-97F9-27FD-5D20-F31B5237CE0F}"/>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1.3 </a:t>
            </a:r>
            <a:r>
              <a:rPr lang="zh-CN" altLang="en-US" sz="2400" b="1" spc="100" dirty="0">
                <a:solidFill>
                  <a:schemeClr val="accent1"/>
                </a:solidFill>
                <a:latin typeface="+mj-ea"/>
                <a:ea typeface="+mj-ea"/>
              </a:rPr>
              <a:t>实验流程及方法</a:t>
            </a:r>
          </a:p>
        </p:txBody>
      </p:sp>
      <p:sp>
        <p:nvSpPr>
          <p:cNvPr id="65" name="等腰三角形 64">
            <a:extLst>
              <a:ext uri="{FF2B5EF4-FFF2-40B4-BE49-F238E27FC236}">
                <a16:creationId xmlns:a16="http://schemas.microsoft.com/office/drawing/2014/main" id="{08C472A1-875C-7EE7-92E3-DEE034A3B230}"/>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a:extLst>
              <a:ext uri="{FF2B5EF4-FFF2-40B4-BE49-F238E27FC236}">
                <a16:creationId xmlns:a16="http://schemas.microsoft.com/office/drawing/2014/main" id="{922F56C5-7A63-1B38-4431-07EAFDFA95F4}"/>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6</a:t>
            </a:r>
            <a:endParaRPr lang="zh-CN" altLang="en-US" sz="1400" b="1" dirty="0">
              <a:latin typeface="+mj-ea"/>
              <a:ea typeface="+mj-ea"/>
            </a:endParaRPr>
          </a:p>
        </p:txBody>
      </p:sp>
    </p:spTree>
    <p:extLst>
      <p:ext uri="{BB962C8B-B14F-4D97-AF65-F5344CB8AC3E}">
        <p14:creationId xmlns:p14="http://schemas.microsoft.com/office/powerpoint/2010/main" val="218936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D72ECB-042D-E19C-A767-542415148DF9}"/>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1.4 </a:t>
            </a:r>
            <a:r>
              <a:rPr lang="zh-CN" altLang="en-US" sz="2400" b="1" spc="100" dirty="0">
                <a:solidFill>
                  <a:schemeClr val="accent1"/>
                </a:solidFill>
                <a:latin typeface="+mj-ea"/>
                <a:ea typeface="+mj-ea"/>
              </a:rPr>
              <a:t>实验结果及结论</a:t>
            </a:r>
          </a:p>
        </p:txBody>
      </p:sp>
      <p:sp>
        <p:nvSpPr>
          <p:cNvPr id="3" name="等腰三角形 2">
            <a:extLst>
              <a:ext uri="{FF2B5EF4-FFF2-40B4-BE49-F238E27FC236}">
                <a16:creationId xmlns:a16="http://schemas.microsoft.com/office/drawing/2014/main" id="{C75F4AFB-3CAA-ABCE-8109-BB82BD6F2706}"/>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表格 3">
            <a:extLst>
              <a:ext uri="{FF2B5EF4-FFF2-40B4-BE49-F238E27FC236}">
                <a16:creationId xmlns:a16="http://schemas.microsoft.com/office/drawing/2014/main" id="{6AE34EDE-52B4-F9AD-8E06-B5DA269EE801}"/>
              </a:ext>
            </a:extLst>
          </p:cNvPr>
          <p:cNvGraphicFramePr>
            <a:graphicFrameLocks noGrp="1"/>
          </p:cNvGraphicFramePr>
          <p:nvPr>
            <p:extLst>
              <p:ext uri="{D42A27DB-BD31-4B8C-83A1-F6EECF244321}">
                <p14:modId xmlns:p14="http://schemas.microsoft.com/office/powerpoint/2010/main" val="2267090436"/>
              </p:ext>
            </p:extLst>
          </p:nvPr>
        </p:nvGraphicFramePr>
        <p:xfrm>
          <a:off x="659655" y="952552"/>
          <a:ext cx="5114435" cy="3020367"/>
        </p:xfrm>
        <a:graphic>
          <a:graphicData uri="http://schemas.openxmlformats.org/drawingml/2006/table">
            <a:tbl>
              <a:tblPr firstRow="1" bandRow="1">
                <a:tableStyleId>{5C22544A-7EE6-4342-B048-85BDC9FD1C3A}</a:tableStyleId>
              </a:tblPr>
              <a:tblGrid>
                <a:gridCol w="1022887">
                  <a:extLst>
                    <a:ext uri="{9D8B030D-6E8A-4147-A177-3AD203B41FA5}">
                      <a16:colId xmlns:a16="http://schemas.microsoft.com/office/drawing/2014/main" val="3503288631"/>
                    </a:ext>
                  </a:extLst>
                </a:gridCol>
                <a:gridCol w="1022887">
                  <a:extLst>
                    <a:ext uri="{9D8B030D-6E8A-4147-A177-3AD203B41FA5}">
                      <a16:colId xmlns:a16="http://schemas.microsoft.com/office/drawing/2014/main" val="1092668817"/>
                    </a:ext>
                  </a:extLst>
                </a:gridCol>
                <a:gridCol w="1022887">
                  <a:extLst>
                    <a:ext uri="{9D8B030D-6E8A-4147-A177-3AD203B41FA5}">
                      <a16:colId xmlns:a16="http://schemas.microsoft.com/office/drawing/2014/main" val="175956175"/>
                    </a:ext>
                  </a:extLst>
                </a:gridCol>
                <a:gridCol w="1022887">
                  <a:extLst>
                    <a:ext uri="{9D8B030D-6E8A-4147-A177-3AD203B41FA5}">
                      <a16:colId xmlns:a16="http://schemas.microsoft.com/office/drawing/2014/main" val="538946069"/>
                    </a:ext>
                  </a:extLst>
                </a:gridCol>
                <a:gridCol w="1022887">
                  <a:extLst>
                    <a:ext uri="{9D8B030D-6E8A-4147-A177-3AD203B41FA5}">
                      <a16:colId xmlns:a16="http://schemas.microsoft.com/office/drawing/2014/main" val="1081429158"/>
                    </a:ext>
                  </a:extLst>
                </a:gridCol>
              </a:tblGrid>
              <a:tr h="431481">
                <a:tc>
                  <a:txBody>
                    <a:bodyPr/>
                    <a:lstStyle/>
                    <a:p>
                      <a:pPr algn="ct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zh-CN" altLang="en-US" sz="1400" b="0" dirty="0"/>
                        <a:t>小标题</a:t>
                      </a:r>
                      <a:r>
                        <a:rPr lang="en-US" altLang="zh-CN" sz="1400" b="0" dirty="0"/>
                        <a:t>1</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zh-CN" altLang="en-US" sz="1400" b="0" dirty="0"/>
                        <a:t>小标题</a:t>
                      </a:r>
                      <a:r>
                        <a:rPr lang="en-US" altLang="zh-CN" sz="1400" b="0" dirty="0"/>
                        <a:t>2</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zh-CN" altLang="en-US" sz="1400" b="0" dirty="0"/>
                        <a:t>小标题</a:t>
                      </a:r>
                      <a:r>
                        <a:rPr lang="en-US" altLang="zh-CN" sz="1400" b="0" dirty="0"/>
                        <a:t>3</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mpd="sng">
                      <a:noFill/>
                    </a:lnB>
                    <a:lnTlToBr w="12700" cmpd="sng">
                      <a:noFill/>
                      <a:prstDash val="solid"/>
                    </a:lnTlToBr>
                    <a:lnBlToTr w="12700" cmpd="sng">
                      <a:noFill/>
                      <a:prstDash val="solid"/>
                    </a:lnBlToTr>
                  </a:tcPr>
                </a:tc>
                <a:tc>
                  <a:txBody>
                    <a:bodyPr/>
                    <a:lstStyle/>
                    <a:p>
                      <a:pPr algn="ctr"/>
                      <a:r>
                        <a:rPr lang="zh-CN" altLang="en-US" sz="1400" b="0" dirty="0"/>
                        <a:t>小标题</a:t>
                      </a:r>
                      <a:r>
                        <a:rPr lang="en-US" altLang="zh-CN" sz="1400" b="0" dirty="0"/>
                        <a:t>4</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200230343"/>
                  </a:ext>
                </a:extLst>
              </a:tr>
              <a:tr h="431481">
                <a:tc>
                  <a:txBody>
                    <a:bodyPr/>
                    <a:lstStyle/>
                    <a:p>
                      <a:pPr algn="ctr"/>
                      <a:r>
                        <a:rPr lang="zh-CN" altLang="en-US" sz="1400" b="0" dirty="0"/>
                        <a:t>内容</a:t>
                      </a:r>
                      <a:r>
                        <a:rPr lang="en-US" altLang="zh-CN" sz="1400" b="0" dirty="0"/>
                        <a:t>1</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18</a:t>
                      </a:r>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28</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67</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23</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2944198"/>
                  </a:ext>
                </a:extLst>
              </a:tr>
              <a:tr h="431481">
                <a:tc>
                  <a:txBody>
                    <a:bodyPr/>
                    <a:lstStyle/>
                    <a:p>
                      <a:pPr algn="ctr"/>
                      <a:r>
                        <a:rPr lang="zh-CN" altLang="en-US" sz="1400" b="0" dirty="0"/>
                        <a:t>内容</a:t>
                      </a:r>
                      <a:r>
                        <a:rPr lang="en-US" altLang="zh-CN" sz="1400" b="0" dirty="0"/>
                        <a:t>2</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12</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32</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57</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21</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36798440"/>
                  </a:ext>
                </a:extLst>
              </a:tr>
              <a:tr h="431481">
                <a:tc>
                  <a:txBody>
                    <a:bodyPr/>
                    <a:lstStyle/>
                    <a:p>
                      <a:pPr algn="ctr"/>
                      <a:r>
                        <a:rPr lang="zh-CN" altLang="en-US" sz="1400" b="0" dirty="0"/>
                        <a:t>内容</a:t>
                      </a:r>
                      <a:r>
                        <a:rPr lang="en-US" altLang="zh-CN" sz="1400" b="0" dirty="0"/>
                        <a:t>3</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11</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24</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63</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26</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928760"/>
                  </a:ext>
                </a:extLst>
              </a:tr>
              <a:tr h="431481">
                <a:tc>
                  <a:txBody>
                    <a:bodyPr/>
                    <a:lstStyle/>
                    <a:p>
                      <a:pPr algn="ctr"/>
                      <a:r>
                        <a:rPr lang="zh-CN" altLang="en-US" sz="1400" b="0" dirty="0"/>
                        <a:t>内容</a:t>
                      </a:r>
                      <a:r>
                        <a:rPr lang="en-US" altLang="zh-CN" sz="1400" b="0" dirty="0"/>
                        <a:t>4</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19</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27</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63</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22</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4140342"/>
                  </a:ext>
                </a:extLst>
              </a:tr>
              <a:tr h="431481">
                <a:tc>
                  <a:txBody>
                    <a:bodyPr/>
                    <a:lstStyle/>
                    <a:p>
                      <a:pPr algn="ctr"/>
                      <a:r>
                        <a:rPr lang="zh-CN" altLang="en-US" sz="1400" b="0" dirty="0"/>
                        <a:t>内容</a:t>
                      </a:r>
                      <a:r>
                        <a:rPr lang="en-US" altLang="zh-CN" sz="1400" b="0" dirty="0"/>
                        <a:t>5</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14</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30</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67</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1400" b="0" dirty="0"/>
                        <a:t>17</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92683200"/>
                  </a:ext>
                </a:extLst>
              </a:tr>
              <a:tr h="431481">
                <a:tc>
                  <a:txBody>
                    <a:bodyPr/>
                    <a:lstStyle/>
                    <a:p>
                      <a:pPr algn="ctr"/>
                      <a:r>
                        <a:rPr lang="zh-CN" altLang="en-US" sz="1400" b="0" dirty="0"/>
                        <a:t>内容</a:t>
                      </a:r>
                      <a:r>
                        <a:rPr lang="en-US" altLang="zh-CN" sz="1400" b="0" dirty="0"/>
                        <a:t>6</a:t>
                      </a:r>
                      <a:endParaRPr lang="zh-CN" altLang="en-US" sz="1400" b="0" dirty="0"/>
                    </a:p>
                  </a:txBody>
                  <a:tcPr marL="89924" marR="89924" marT="44962" marB="44962" anchor="ctr">
                    <a:lnL w="12700" cap="flat" cmpd="sng" algn="ctr">
                      <a:solidFill>
                        <a:schemeClr val="bg1">
                          <a:lumMod val="65000"/>
                        </a:schemeClr>
                      </a:solidFill>
                      <a:prstDash val="solid"/>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0" dirty="0"/>
                        <a:t>18</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0" dirty="0"/>
                        <a:t>35</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0" dirty="0"/>
                        <a:t>60</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0" dirty="0"/>
                        <a:t>24</a:t>
                      </a:r>
                      <a:endParaRPr lang="zh-CN" altLang="en-US" sz="1400" b="0" dirty="0"/>
                    </a:p>
                  </a:txBody>
                  <a:tcPr marL="89924" marR="89924" marT="44962" marB="44962" anchor="ctr">
                    <a:lnL w="12700" cap="flat" cmpd="sng" algn="ctr">
                      <a:solidFill>
                        <a:schemeClr val="bg1"/>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0708587"/>
                  </a:ext>
                </a:extLst>
              </a:tr>
            </a:tbl>
          </a:graphicData>
        </a:graphic>
      </p:graphicFrame>
      <p:sp>
        <p:nvSpPr>
          <p:cNvPr id="5" name="文本框 4">
            <a:extLst>
              <a:ext uri="{FF2B5EF4-FFF2-40B4-BE49-F238E27FC236}">
                <a16:creationId xmlns:a16="http://schemas.microsoft.com/office/drawing/2014/main" id="{E3BA918E-DCC3-DAB8-FE55-A9C25B52DD6A}"/>
              </a:ext>
            </a:extLst>
          </p:cNvPr>
          <p:cNvSpPr txBox="1"/>
          <p:nvPr/>
        </p:nvSpPr>
        <p:spPr>
          <a:xfrm>
            <a:off x="2441660" y="4054849"/>
            <a:ext cx="155042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表</a:t>
            </a:r>
            <a:r>
              <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1 </a:t>
            </a: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请输入图示标题</a:t>
            </a:r>
          </a:p>
        </p:txBody>
      </p:sp>
      <p:sp>
        <p:nvSpPr>
          <p:cNvPr id="6" name="文本框 5">
            <a:extLst>
              <a:ext uri="{FF2B5EF4-FFF2-40B4-BE49-F238E27FC236}">
                <a16:creationId xmlns:a16="http://schemas.microsoft.com/office/drawing/2014/main" id="{037EFD30-0993-F13A-FF9D-A544423E29E3}"/>
              </a:ext>
            </a:extLst>
          </p:cNvPr>
          <p:cNvSpPr txBox="1"/>
          <p:nvPr/>
        </p:nvSpPr>
        <p:spPr>
          <a:xfrm>
            <a:off x="8064651" y="4054849"/>
            <a:ext cx="155042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图</a:t>
            </a:r>
            <a:r>
              <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1 </a:t>
            </a: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请输入图示标题</a:t>
            </a:r>
          </a:p>
        </p:txBody>
      </p:sp>
      <p:sp>
        <p:nvSpPr>
          <p:cNvPr id="7" name="矩形 6">
            <a:extLst>
              <a:ext uri="{FF2B5EF4-FFF2-40B4-BE49-F238E27FC236}">
                <a16:creationId xmlns:a16="http://schemas.microsoft.com/office/drawing/2014/main" id="{FFC25333-22CF-BB06-BD07-C574735694D3}"/>
              </a:ext>
            </a:extLst>
          </p:cNvPr>
          <p:cNvSpPr/>
          <p:nvPr/>
        </p:nvSpPr>
        <p:spPr>
          <a:xfrm>
            <a:off x="6189726" y="952552"/>
            <a:ext cx="5348956" cy="3010021"/>
          </a:xfrm>
          <a:prstGeom prst="rect">
            <a:avLst/>
          </a:prstGeom>
          <a:noFill/>
          <a:ln>
            <a:solidFill>
              <a:schemeClr val="tx1">
                <a:lumMod val="50000"/>
                <a:lumOff val="50000"/>
              </a:schemeClr>
            </a:solidFill>
            <a:prstDash val="solid"/>
          </a:ln>
          <a:effectLst>
            <a:glow rad="279400">
              <a:schemeClr val="bg1">
                <a:lumMod val="85000"/>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图表 7">
            <a:extLst>
              <a:ext uri="{FF2B5EF4-FFF2-40B4-BE49-F238E27FC236}">
                <a16:creationId xmlns:a16="http://schemas.microsoft.com/office/drawing/2014/main" id="{BF926090-B19D-92B9-3549-209989085B58}"/>
              </a:ext>
            </a:extLst>
          </p:cNvPr>
          <p:cNvGraphicFramePr/>
          <p:nvPr>
            <p:extLst>
              <p:ext uri="{D42A27DB-BD31-4B8C-83A1-F6EECF244321}">
                <p14:modId xmlns:p14="http://schemas.microsoft.com/office/powerpoint/2010/main" val="2025289628"/>
              </p:ext>
            </p:extLst>
          </p:nvPr>
        </p:nvGraphicFramePr>
        <p:xfrm>
          <a:off x="6750383" y="952552"/>
          <a:ext cx="4505053" cy="3003369"/>
        </p:xfrm>
        <a:graphic>
          <a:graphicData uri="http://schemas.openxmlformats.org/drawingml/2006/chart">
            <c:chart xmlns:c="http://schemas.openxmlformats.org/drawingml/2006/chart" xmlns:r="http://schemas.openxmlformats.org/officeDocument/2006/relationships" r:id="rId2"/>
          </a:graphicData>
        </a:graphic>
      </p:graphicFrame>
      <p:sp>
        <p:nvSpPr>
          <p:cNvPr id="11" name="矩形: 圆角 10">
            <a:extLst>
              <a:ext uri="{FF2B5EF4-FFF2-40B4-BE49-F238E27FC236}">
                <a16:creationId xmlns:a16="http://schemas.microsoft.com/office/drawing/2014/main" id="{5AEA3795-4BFC-0FCE-6B60-736E0DF55207}"/>
              </a:ext>
            </a:extLst>
          </p:cNvPr>
          <p:cNvSpPr/>
          <p:nvPr/>
        </p:nvSpPr>
        <p:spPr>
          <a:xfrm>
            <a:off x="659655" y="4470734"/>
            <a:ext cx="5114435" cy="1823188"/>
          </a:xfrm>
          <a:prstGeom prst="roundRect">
            <a:avLst>
              <a:gd name="adj" fmla="val 0"/>
            </a:avLst>
          </a:prstGeom>
          <a:gradFill>
            <a:gsLst>
              <a:gs pos="19000">
                <a:schemeClr val="bg1"/>
              </a:gs>
              <a:gs pos="100000">
                <a:schemeClr val="bg1"/>
              </a:gs>
            </a:gsLst>
            <a:lin ang="2700000" scaled="1"/>
          </a:gradFill>
          <a:ln>
            <a:solidFill>
              <a:schemeClr val="accent1"/>
            </a:solidFill>
          </a:ln>
          <a:effectLst>
            <a:outerShdw blurRad="495300" dist="304800" dir="2700000" sx="95000" sy="95000" algn="tl" rotWithShape="0">
              <a:schemeClr val="accent1">
                <a:lumMod val="40000"/>
                <a:lumOff val="6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12" name="矩形: 圆角 11">
            <a:extLst>
              <a:ext uri="{FF2B5EF4-FFF2-40B4-BE49-F238E27FC236}">
                <a16:creationId xmlns:a16="http://schemas.microsoft.com/office/drawing/2014/main" id="{53CA0851-CEF6-BFFA-2AD5-3455EE8C0B1B}"/>
              </a:ext>
            </a:extLst>
          </p:cNvPr>
          <p:cNvSpPr/>
          <p:nvPr/>
        </p:nvSpPr>
        <p:spPr>
          <a:xfrm>
            <a:off x="6177849" y="4487528"/>
            <a:ext cx="5324029" cy="1806393"/>
          </a:xfrm>
          <a:prstGeom prst="roundRect">
            <a:avLst>
              <a:gd name="adj" fmla="val 0"/>
            </a:avLst>
          </a:prstGeom>
          <a:gradFill>
            <a:gsLst>
              <a:gs pos="19000">
                <a:schemeClr val="bg1"/>
              </a:gs>
              <a:gs pos="100000">
                <a:schemeClr val="bg1"/>
              </a:gs>
            </a:gsLst>
            <a:lin ang="2700000" scaled="1"/>
          </a:gradFill>
          <a:ln>
            <a:solidFill>
              <a:schemeClr val="accent1"/>
            </a:solidFill>
          </a:ln>
          <a:effectLst>
            <a:outerShdw blurRad="495300" dist="304800" dir="2700000" sx="95000" sy="95000" algn="tl" rotWithShape="0">
              <a:schemeClr val="accent1">
                <a:lumMod val="40000"/>
                <a:lumOff val="6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14" name="文本框 13">
            <a:extLst>
              <a:ext uri="{FF2B5EF4-FFF2-40B4-BE49-F238E27FC236}">
                <a16:creationId xmlns:a16="http://schemas.microsoft.com/office/drawing/2014/main" id="{872184B4-4ED2-8EE3-B6FF-5EDE546B1C85}"/>
              </a:ext>
            </a:extLst>
          </p:cNvPr>
          <p:cNvSpPr txBox="1"/>
          <p:nvPr/>
        </p:nvSpPr>
        <p:spPr>
          <a:xfrm>
            <a:off x="754717" y="4567113"/>
            <a:ext cx="4924311" cy="625171"/>
          </a:xfrm>
          <a:prstGeom prst="rect">
            <a:avLst/>
          </a:prstGeom>
          <a:noFill/>
        </p:spPr>
        <p:txBody>
          <a:bodyPr wrap="square" rtlCol="0">
            <a:spAutoFit/>
          </a:bodyPr>
          <a:lstStyle/>
          <a:p>
            <a:pPr marL="285750" indent="-285750">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请输入输入数据分析结果请输入输入数据分析结果请输入输入数据分析结果请输入输入数据分析结果</a:t>
            </a:r>
            <a:r>
              <a:rPr lang="zh-CN" altLang="en-US" sz="1400" dirty="0">
                <a:latin typeface="+mn-ea"/>
              </a:rPr>
              <a:t>；</a:t>
            </a:r>
            <a:endParaRPr kumimoji="0" lang="zh-CN" altLang="en-US" sz="1400" b="0" i="0" u="none" strike="noStrike" kern="1200" cap="none" spc="0" normalizeH="0" baseline="0" noProof="0" dirty="0">
              <a:ln>
                <a:noFill/>
              </a:ln>
              <a:effectLst/>
              <a:uLnTx/>
              <a:uFillTx/>
              <a:latin typeface="+mn-ea"/>
              <a:cs typeface="+mn-cs"/>
            </a:endParaRPr>
          </a:p>
        </p:txBody>
      </p:sp>
      <p:sp>
        <p:nvSpPr>
          <p:cNvPr id="15" name="文本框 14">
            <a:extLst>
              <a:ext uri="{FF2B5EF4-FFF2-40B4-BE49-F238E27FC236}">
                <a16:creationId xmlns:a16="http://schemas.microsoft.com/office/drawing/2014/main" id="{4B49D76F-7DF5-3F31-9E31-14EA948B0290}"/>
              </a:ext>
            </a:extLst>
          </p:cNvPr>
          <p:cNvSpPr txBox="1"/>
          <p:nvPr/>
        </p:nvSpPr>
        <p:spPr>
          <a:xfrm>
            <a:off x="754717" y="5293996"/>
            <a:ext cx="4924311" cy="625171"/>
          </a:xfrm>
          <a:prstGeom prst="rect">
            <a:avLst/>
          </a:prstGeom>
          <a:noFill/>
        </p:spPr>
        <p:txBody>
          <a:bodyPr wrap="square" rtlCol="0">
            <a:spAutoFit/>
          </a:bodyPr>
          <a:lstStyle/>
          <a:p>
            <a:pPr marL="285750" indent="-285750">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请输入输入数据分析结果请输入输入数据分析结果请输入输入数据分析结果请输入输入数据分析结果</a:t>
            </a:r>
            <a:r>
              <a:rPr lang="zh-CN" altLang="en-US" sz="1400" dirty="0">
                <a:latin typeface="+mn-ea"/>
              </a:rPr>
              <a:t>；</a:t>
            </a:r>
            <a:endParaRPr kumimoji="0" lang="zh-CN" altLang="en-US" sz="1400" b="0" i="0" u="none" strike="noStrike" kern="1200" cap="none" spc="0" normalizeH="0" baseline="0" noProof="0" dirty="0">
              <a:ln>
                <a:noFill/>
              </a:ln>
              <a:effectLst/>
              <a:uLnTx/>
              <a:uFillTx/>
              <a:latin typeface="+mn-ea"/>
              <a:cs typeface="+mn-cs"/>
            </a:endParaRPr>
          </a:p>
        </p:txBody>
      </p:sp>
      <p:sp>
        <p:nvSpPr>
          <p:cNvPr id="18" name="文本框 17">
            <a:extLst>
              <a:ext uri="{FF2B5EF4-FFF2-40B4-BE49-F238E27FC236}">
                <a16:creationId xmlns:a16="http://schemas.microsoft.com/office/drawing/2014/main" id="{F760A817-F509-4D48-74AF-26B819AE6C91}"/>
              </a:ext>
            </a:extLst>
          </p:cNvPr>
          <p:cNvSpPr txBox="1"/>
          <p:nvPr/>
        </p:nvSpPr>
        <p:spPr>
          <a:xfrm>
            <a:off x="6248550" y="4567113"/>
            <a:ext cx="5182627" cy="625171"/>
          </a:xfrm>
          <a:prstGeom prst="rect">
            <a:avLst/>
          </a:prstGeom>
          <a:noFill/>
        </p:spPr>
        <p:txBody>
          <a:bodyPr wrap="square" rtlCol="0">
            <a:spAutoFit/>
          </a:bodyPr>
          <a:lstStyle/>
          <a:p>
            <a:pPr marL="285750" indent="-285750">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请输入输入数据分析结果请输入输入数据分析结果请输入输入数据分析结果请输入输入数据分析结果</a:t>
            </a:r>
            <a:r>
              <a:rPr lang="zh-CN" altLang="en-US" sz="1400" dirty="0">
                <a:latin typeface="+mn-ea"/>
              </a:rPr>
              <a:t>；</a:t>
            </a:r>
            <a:endParaRPr kumimoji="0" lang="zh-CN" altLang="en-US" sz="1400" b="0" i="0" u="none" strike="noStrike" kern="1200" cap="none" spc="0" normalizeH="0" baseline="0" noProof="0" dirty="0">
              <a:ln>
                <a:noFill/>
              </a:ln>
              <a:effectLst/>
              <a:uLnTx/>
              <a:uFillTx/>
              <a:latin typeface="+mn-ea"/>
              <a:cs typeface="+mn-cs"/>
            </a:endParaRPr>
          </a:p>
        </p:txBody>
      </p:sp>
      <p:sp>
        <p:nvSpPr>
          <p:cNvPr id="19" name="文本框 18">
            <a:extLst>
              <a:ext uri="{FF2B5EF4-FFF2-40B4-BE49-F238E27FC236}">
                <a16:creationId xmlns:a16="http://schemas.microsoft.com/office/drawing/2014/main" id="{69BC6641-E155-5F92-9A9F-D4CD35F807CC}"/>
              </a:ext>
            </a:extLst>
          </p:cNvPr>
          <p:cNvSpPr txBox="1"/>
          <p:nvPr/>
        </p:nvSpPr>
        <p:spPr>
          <a:xfrm>
            <a:off x="6248550" y="5293996"/>
            <a:ext cx="5182627" cy="625171"/>
          </a:xfrm>
          <a:prstGeom prst="rect">
            <a:avLst/>
          </a:prstGeom>
          <a:noFill/>
        </p:spPr>
        <p:txBody>
          <a:bodyPr wrap="square" rtlCol="0">
            <a:spAutoFit/>
          </a:bodyPr>
          <a:lstStyle/>
          <a:p>
            <a:pPr marL="285750" indent="-285750">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请输入输入数据分析结果请输入输入数据分析结果请输入输入数据分析结果请输入输入数据分析结果</a:t>
            </a:r>
            <a:r>
              <a:rPr lang="zh-CN" altLang="en-US" sz="1400" dirty="0">
                <a:latin typeface="+mn-ea"/>
              </a:rPr>
              <a:t>；</a:t>
            </a:r>
            <a:endParaRPr kumimoji="0" lang="zh-CN" altLang="en-US" sz="1400" b="0" i="0" u="none" strike="noStrike" kern="1200" cap="none" spc="0" normalizeH="0" baseline="0" noProof="0" dirty="0">
              <a:ln>
                <a:noFill/>
              </a:ln>
              <a:effectLst/>
              <a:uLnTx/>
              <a:uFillTx/>
              <a:latin typeface="+mn-ea"/>
              <a:cs typeface="+mn-cs"/>
            </a:endParaRPr>
          </a:p>
        </p:txBody>
      </p:sp>
      <p:sp>
        <p:nvSpPr>
          <p:cNvPr id="20" name="矩形: 圆角 19">
            <a:extLst>
              <a:ext uri="{FF2B5EF4-FFF2-40B4-BE49-F238E27FC236}">
                <a16:creationId xmlns:a16="http://schemas.microsoft.com/office/drawing/2014/main" id="{792197E6-9612-81A4-C9B9-1E40823571A0}"/>
              </a:ext>
            </a:extLst>
          </p:cNvPr>
          <p:cNvSpPr/>
          <p:nvPr/>
        </p:nvSpPr>
        <p:spPr>
          <a:xfrm>
            <a:off x="557349" y="846259"/>
            <a:ext cx="5312679" cy="5554541"/>
          </a:xfrm>
          <a:prstGeom prst="roundRect">
            <a:avLst>
              <a:gd name="adj" fmla="val 0"/>
            </a:avLst>
          </a:prstGeom>
          <a:noFill/>
          <a:ln>
            <a:solidFill>
              <a:schemeClr val="tx1">
                <a:lumMod val="65000"/>
                <a:lumOff val="35000"/>
              </a:schemeClr>
            </a:solidFill>
            <a:prstDash val="dash"/>
          </a:ln>
          <a:effectLst>
            <a:glow rad="279400">
              <a:schemeClr val="bg1">
                <a:lumMod val="85000"/>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 name="矩形: 圆角 20">
            <a:extLst>
              <a:ext uri="{FF2B5EF4-FFF2-40B4-BE49-F238E27FC236}">
                <a16:creationId xmlns:a16="http://schemas.microsoft.com/office/drawing/2014/main" id="{9BF0A3B9-D86A-8186-3248-B7B16F5A440D}"/>
              </a:ext>
            </a:extLst>
          </p:cNvPr>
          <p:cNvSpPr/>
          <p:nvPr/>
        </p:nvSpPr>
        <p:spPr>
          <a:xfrm>
            <a:off x="6096000" y="846259"/>
            <a:ext cx="5539478" cy="5554541"/>
          </a:xfrm>
          <a:prstGeom prst="roundRect">
            <a:avLst>
              <a:gd name="adj" fmla="val 0"/>
            </a:avLst>
          </a:prstGeom>
          <a:noFill/>
          <a:ln>
            <a:solidFill>
              <a:schemeClr val="tx1">
                <a:lumMod val="65000"/>
                <a:lumOff val="35000"/>
              </a:schemeClr>
            </a:solidFill>
            <a:prstDash val="dash"/>
          </a:ln>
          <a:effectLst>
            <a:glow rad="279400">
              <a:schemeClr val="bg1">
                <a:lumMod val="85000"/>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矩形 8">
            <a:extLst>
              <a:ext uri="{FF2B5EF4-FFF2-40B4-BE49-F238E27FC236}">
                <a16:creationId xmlns:a16="http://schemas.microsoft.com/office/drawing/2014/main" id="{8B8A3F21-38BA-226D-417D-194BA1A128D8}"/>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7</a:t>
            </a:r>
            <a:endParaRPr lang="zh-CN" altLang="en-US" sz="1400" b="1" dirty="0">
              <a:latin typeface="+mj-ea"/>
              <a:ea typeface="+mj-ea"/>
            </a:endParaRPr>
          </a:p>
        </p:txBody>
      </p:sp>
    </p:spTree>
    <p:extLst>
      <p:ext uri="{BB962C8B-B14F-4D97-AF65-F5344CB8AC3E}">
        <p14:creationId xmlns:p14="http://schemas.microsoft.com/office/powerpoint/2010/main" val="216392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4E3283-A293-C638-CE82-3AD6C39D9946}"/>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1.4 </a:t>
            </a:r>
            <a:r>
              <a:rPr lang="zh-CN" altLang="en-US" sz="2400" b="1" spc="100" dirty="0">
                <a:solidFill>
                  <a:schemeClr val="accent1"/>
                </a:solidFill>
                <a:latin typeface="+mj-ea"/>
                <a:ea typeface="+mj-ea"/>
              </a:rPr>
              <a:t>实验结果及结论</a:t>
            </a:r>
          </a:p>
        </p:txBody>
      </p:sp>
      <p:sp>
        <p:nvSpPr>
          <p:cNvPr id="3" name="等腰三角形 2">
            <a:extLst>
              <a:ext uri="{FF2B5EF4-FFF2-40B4-BE49-F238E27FC236}">
                <a16:creationId xmlns:a16="http://schemas.microsoft.com/office/drawing/2014/main" id="{85D09F91-64A0-A530-741B-20A305687915}"/>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id="{A8456F04-AA66-EEC6-0630-4EC33CC74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62" y="891134"/>
            <a:ext cx="4694905" cy="3229525"/>
          </a:xfrm>
          <a:prstGeom prst="rect">
            <a:avLst/>
          </a:prstGeom>
          <a:ln w="12700">
            <a:solidFill>
              <a:schemeClr val="accent1"/>
            </a:solidFill>
          </a:ln>
        </p:spPr>
      </p:pic>
      <p:pic>
        <p:nvPicPr>
          <p:cNvPr id="7" name="图片 6">
            <a:extLst>
              <a:ext uri="{FF2B5EF4-FFF2-40B4-BE49-F238E27FC236}">
                <a16:creationId xmlns:a16="http://schemas.microsoft.com/office/drawing/2014/main" id="{8ACE538E-FB8C-CADD-D300-3340A9331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7453" y="891133"/>
            <a:ext cx="5963685" cy="3229525"/>
          </a:xfrm>
          <a:prstGeom prst="rect">
            <a:avLst/>
          </a:prstGeom>
          <a:ln w="12700">
            <a:solidFill>
              <a:schemeClr val="accent1"/>
            </a:solidFill>
          </a:ln>
        </p:spPr>
      </p:pic>
      <p:sp>
        <p:nvSpPr>
          <p:cNvPr id="9" name="文本框 8">
            <a:extLst>
              <a:ext uri="{FF2B5EF4-FFF2-40B4-BE49-F238E27FC236}">
                <a16:creationId xmlns:a16="http://schemas.microsoft.com/office/drawing/2014/main" id="{F19DB6BC-0FBD-CE61-E81C-51E9B47D4078}"/>
              </a:ext>
            </a:extLst>
          </p:cNvPr>
          <p:cNvSpPr txBox="1"/>
          <p:nvPr/>
        </p:nvSpPr>
        <p:spPr>
          <a:xfrm>
            <a:off x="627604" y="4213289"/>
            <a:ext cx="4521910" cy="659861"/>
          </a:xfrm>
          <a:prstGeom prst="rect">
            <a:avLst/>
          </a:prstGeom>
          <a:noFill/>
        </p:spPr>
        <p:txBody>
          <a:bodyPr wrap="square" rtlCol="0">
            <a:spAutoFit/>
          </a:bodyPr>
          <a:lstStyle/>
          <a:p>
            <a:pPr marR="0" lvl="0" algn="just" defTabSz="914400" rtl="0" eaLnBrk="1" fontAlgn="auto" latinLnBrk="0" hangingPunct="1">
              <a:lnSpc>
                <a:spcPct val="120000"/>
              </a:lnSpc>
              <a:spcBef>
                <a:spcPts val="0"/>
              </a:spcBef>
              <a:spcAft>
                <a:spcPts val="0"/>
              </a:spcAft>
              <a:buClrTx/>
              <a:buSzTx/>
              <a:tabLst/>
              <a:defRPr/>
            </a:pPr>
            <a:r>
              <a:rPr kumimoji="0" lang="zh-CN" altLang="en-US" sz="1600" b="0" i="0" u="none" strike="noStrike" kern="1200" cap="none" spc="0" normalizeH="0" baseline="0" noProof="0" dirty="0">
                <a:ln>
                  <a:noFill/>
                </a:ln>
                <a:solidFill>
                  <a:prstClr val="black"/>
                </a:solidFill>
                <a:effectLst/>
                <a:uLnTx/>
                <a:uFillTx/>
                <a:latin typeface="+mn-ea"/>
                <a:cs typeface="+mn-cs"/>
              </a:rPr>
              <a:t>请根据图表数据描述实验结果请根据图表数据描述实验结果请根据图表数据描述实验结果</a:t>
            </a:r>
          </a:p>
        </p:txBody>
      </p:sp>
      <p:sp>
        <p:nvSpPr>
          <p:cNvPr id="14" name="矩形 13">
            <a:extLst>
              <a:ext uri="{FF2B5EF4-FFF2-40B4-BE49-F238E27FC236}">
                <a16:creationId xmlns:a16="http://schemas.microsoft.com/office/drawing/2014/main" id="{20A01550-4F77-3286-880B-8DC96C393033}"/>
              </a:ext>
            </a:extLst>
          </p:cNvPr>
          <p:cNvSpPr/>
          <p:nvPr/>
        </p:nvSpPr>
        <p:spPr>
          <a:xfrm>
            <a:off x="550863" y="5613085"/>
            <a:ext cx="11090275" cy="7723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white"/>
                </a:solidFill>
                <a:effectLst/>
                <a:uLnTx/>
                <a:uFillTx/>
                <a:latin typeface="+mj-ea"/>
                <a:ea typeface="+mj-ea"/>
                <a:cs typeface="+mn-cs"/>
              </a:rPr>
              <a:t>请根据实验结果写得出的结论请根据实验结果写得出的结论</a:t>
            </a:r>
          </a:p>
        </p:txBody>
      </p:sp>
      <p:sp>
        <p:nvSpPr>
          <p:cNvPr id="15" name="等腰三角形 14">
            <a:extLst>
              <a:ext uri="{FF2B5EF4-FFF2-40B4-BE49-F238E27FC236}">
                <a16:creationId xmlns:a16="http://schemas.microsoft.com/office/drawing/2014/main" id="{0EEEB3AE-1F39-B9B2-5130-D142064AA931}"/>
              </a:ext>
            </a:extLst>
          </p:cNvPr>
          <p:cNvSpPr/>
          <p:nvPr/>
        </p:nvSpPr>
        <p:spPr>
          <a:xfrm flipV="1">
            <a:off x="716280" y="5035799"/>
            <a:ext cx="10683240" cy="491987"/>
          </a:xfrm>
          <a:prstGeom prst="triangle">
            <a:avLst/>
          </a:prstGeom>
          <a:gradFill flip="none" rotWithShape="1">
            <a:gsLst>
              <a:gs pos="0">
                <a:schemeClr val="accent1">
                  <a:alpha val="65000"/>
                </a:schemeClr>
              </a:gs>
              <a:gs pos="100000">
                <a:schemeClr val="accent1">
                  <a:alpha val="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文本框 15">
            <a:extLst>
              <a:ext uri="{FF2B5EF4-FFF2-40B4-BE49-F238E27FC236}">
                <a16:creationId xmlns:a16="http://schemas.microsoft.com/office/drawing/2014/main" id="{8DDE7C4C-1FBD-04D7-0025-1DCFCDBEB8F5}"/>
              </a:ext>
            </a:extLst>
          </p:cNvPr>
          <p:cNvSpPr txBox="1"/>
          <p:nvPr/>
        </p:nvSpPr>
        <p:spPr>
          <a:xfrm>
            <a:off x="5813784" y="4213289"/>
            <a:ext cx="5691023" cy="659861"/>
          </a:xfrm>
          <a:prstGeom prst="rect">
            <a:avLst/>
          </a:prstGeom>
          <a:noFill/>
        </p:spPr>
        <p:txBody>
          <a:bodyPr wrap="square" rtlCol="0">
            <a:spAutoFit/>
          </a:bodyPr>
          <a:lstStyle/>
          <a:p>
            <a:pPr marR="0" lvl="0" algn="just" defTabSz="914400" rtl="0" eaLnBrk="1" fontAlgn="auto" latinLnBrk="0" hangingPunct="1">
              <a:lnSpc>
                <a:spcPct val="120000"/>
              </a:lnSpc>
              <a:spcBef>
                <a:spcPts val="0"/>
              </a:spcBef>
              <a:spcAft>
                <a:spcPts val="0"/>
              </a:spcAft>
              <a:buClrTx/>
              <a:buSzTx/>
              <a:tabLst/>
              <a:defRPr/>
            </a:pPr>
            <a:r>
              <a:rPr kumimoji="0" lang="zh-CN" altLang="en-US" sz="1600" b="0" i="0" u="none" strike="noStrike" kern="1200" cap="none" spc="0" normalizeH="0" baseline="0" noProof="0" dirty="0">
                <a:ln>
                  <a:noFill/>
                </a:ln>
                <a:solidFill>
                  <a:prstClr val="black"/>
                </a:solidFill>
                <a:effectLst/>
                <a:uLnTx/>
                <a:uFillTx/>
                <a:latin typeface="+mn-ea"/>
                <a:cs typeface="+mn-cs"/>
              </a:rPr>
              <a:t>请根据图表数据描述实验结果请根据图表数据描述实验结果请根据图表数据描述实验结果请根据图表数据描述实验结果</a:t>
            </a:r>
          </a:p>
        </p:txBody>
      </p:sp>
      <p:sp>
        <p:nvSpPr>
          <p:cNvPr id="4" name="矩形 3">
            <a:extLst>
              <a:ext uri="{FF2B5EF4-FFF2-40B4-BE49-F238E27FC236}">
                <a16:creationId xmlns:a16="http://schemas.microsoft.com/office/drawing/2014/main" id="{599F7ACC-1351-F9D8-67B1-78A1B76B0C18}"/>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8</a:t>
            </a:r>
            <a:endParaRPr lang="zh-CN" altLang="en-US" sz="1400" b="1" dirty="0">
              <a:latin typeface="+mj-ea"/>
              <a:ea typeface="+mj-ea"/>
            </a:endParaRPr>
          </a:p>
        </p:txBody>
      </p:sp>
    </p:spTree>
    <p:extLst>
      <p:ext uri="{BB962C8B-B14F-4D97-AF65-F5344CB8AC3E}">
        <p14:creationId xmlns:p14="http://schemas.microsoft.com/office/powerpoint/2010/main" val="2201792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EC9DCA8-C0E2-D4F7-2ABA-16BFFCB9D5F5}"/>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1.4 </a:t>
            </a:r>
            <a:r>
              <a:rPr lang="zh-CN" altLang="en-US" sz="2400" b="1" spc="100" dirty="0">
                <a:solidFill>
                  <a:schemeClr val="accent1"/>
                </a:solidFill>
                <a:latin typeface="+mj-ea"/>
                <a:ea typeface="+mj-ea"/>
              </a:rPr>
              <a:t>实验结果及结论</a:t>
            </a:r>
          </a:p>
        </p:txBody>
      </p:sp>
      <p:sp>
        <p:nvSpPr>
          <p:cNvPr id="3" name="等腰三角形 2">
            <a:extLst>
              <a:ext uri="{FF2B5EF4-FFF2-40B4-BE49-F238E27FC236}">
                <a16:creationId xmlns:a16="http://schemas.microsoft.com/office/drawing/2014/main" id="{63D8489C-F3AA-4F73-2D34-D1752E472802}"/>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id="{1558802D-0ED6-0752-BB5C-258C44CF9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578" y="941849"/>
            <a:ext cx="4178556" cy="3072012"/>
          </a:xfrm>
          <a:prstGeom prst="rect">
            <a:avLst/>
          </a:prstGeom>
          <a:ln w="12700">
            <a:solidFill>
              <a:schemeClr val="accent1"/>
            </a:solidFill>
          </a:ln>
        </p:spPr>
      </p:pic>
      <p:pic>
        <p:nvPicPr>
          <p:cNvPr id="7" name="图片 6">
            <a:extLst>
              <a:ext uri="{FF2B5EF4-FFF2-40B4-BE49-F238E27FC236}">
                <a16:creationId xmlns:a16="http://schemas.microsoft.com/office/drawing/2014/main" id="{86D901BF-73F5-D2DD-336D-CF4469BAC1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8867" y="941849"/>
            <a:ext cx="4465920" cy="3072012"/>
          </a:xfrm>
          <a:prstGeom prst="rect">
            <a:avLst/>
          </a:prstGeom>
          <a:ln w="12700">
            <a:solidFill>
              <a:schemeClr val="accent1"/>
            </a:solidFill>
          </a:ln>
        </p:spPr>
      </p:pic>
      <p:sp>
        <p:nvSpPr>
          <p:cNvPr id="9" name="文本框 8">
            <a:extLst>
              <a:ext uri="{FF2B5EF4-FFF2-40B4-BE49-F238E27FC236}">
                <a16:creationId xmlns:a16="http://schemas.microsoft.com/office/drawing/2014/main" id="{AD2DFEDA-F768-C63F-A2AC-A1051A1E74AD}"/>
              </a:ext>
            </a:extLst>
          </p:cNvPr>
          <p:cNvSpPr txBox="1"/>
          <p:nvPr/>
        </p:nvSpPr>
        <p:spPr>
          <a:xfrm>
            <a:off x="2796615" y="4079939"/>
            <a:ext cx="155042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图</a:t>
            </a:r>
            <a:r>
              <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1 </a:t>
            </a: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请输入图示标题</a:t>
            </a:r>
          </a:p>
        </p:txBody>
      </p:sp>
      <p:sp>
        <p:nvSpPr>
          <p:cNvPr id="11" name="文本框 10">
            <a:extLst>
              <a:ext uri="{FF2B5EF4-FFF2-40B4-BE49-F238E27FC236}">
                <a16:creationId xmlns:a16="http://schemas.microsoft.com/office/drawing/2014/main" id="{DDDB3CDF-4B87-2C29-B550-03D091A1A9F6}"/>
              </a:ext>
            </a:extLst>
          </p:cNvPr>
          <p:cNvSpPr txBox="1"/>
          <p:nvPr/>
        </p:nvSpPr>
        <p:spPr>
          <a:xfrm>
            <a:off x="7991048" y="4079939"/>
            <a:ext cx="154561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图</a:t>
            </a:r>
            <a:r>
              <a:rPr lang="en-US" altLang="zh-CN" sz="1200" dirty="0">
                <a:latin typeface="微软雅黑" panose="020B0503020204020204" pitchFamily="34" charset="-122"/>
                <a:ea typeface="微软雅黑" panose="020B0503020204020204" pitchFamily="34" charset="-122"/>
              </a:rPr>
              <a:t>2</a:t>
            </a:r>
            <a:r>
              <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 </a:t>
            </a: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请输入图示标题</a:t>
            </a:r>
          </a:p>
        </p:txBody>
      </p:sp>
      <p:sp>
        <p:nvSpPr>
          <p:cNvPr id="22" name="矩形: 圆角 21">
            <a:extLst>
              <a:ext uri="{FF2B5EF4-FFF2-40B4-BE49-F238E27FC236}">
                <a16:creationId xmlns:a16="http://schemas.microsoft.com/office/drawing/2014/main" id="{BBF47BEF-2693-C234-D2CF-3AEB7006B29A}"/>
              </a:ext>
            </a:extLst>
          </p:cNvPr>
          <p:cNvSpPr/>
          <p:nvPr/>
        </p:nvSpPr>
        <p:spPr>
          <a:xfrm>
            <a:off x="1338868" y="4463814"/>
            <a:ext cx="4465919" cy="1830108"/>
          </a:xfrm>
          <a:prstGeom prst="roundRect">
            <a:avLst>
              <a:gd name="adj" fmla="val 0"/>
            </a:avLst>
          </a:prstGeom>
          <a:gradFill>
            <a:gsLst>
              <a:gs pos="19000">
                <a:schemeClr val="bg1"/>
              </a:gs>
              <a:gs pos="100000">
                <a:schemeClr val="bg1"/>
              </a:gs>
            </a:gsLst>
            <a:lin ang="2700000" scaled="1"/>
          </a:gradFill>
          <a:ln>
            <a:solidFill>
              <a:schemeClr val="accent1"/>
            </a:solidFill>
          </a:ln>
          <a:effectLst>
            <a:outerShdw blurRad="495300" dist="304800" dir="2700000" sx="95000" sy="95000" algn="tl" rotWithShape="0">
              <a:schemeClr val="accent1">
                <a:lumMod val="40000"/>
                <a:lumOff val="6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23" name="文本框 22">
            <a:extLst>
              <a:ext uri="{FF2B5EF4-FFF2-40B4-BE49-F238E27FC236}">
                <a16:creationId xmlns:a16="http://schemas.microsoft.com/office/drawing/2014/main" id="{DFBA0528-C875-BACC-D66A-99F3C2E9FEC6}"/>
              </a:ext>
            </a:extLst>
          </p:cNvPr>
          <p:cNvSpPr txBox="1"/>
          <p:nvPr/>
        </p:nvSpPr>
        <p:spPr>
          <a:xfrm>
            <a:off x="1433930" y="4858725"/>
            <a:ext cx="4249320" cy="1185324"/>
          </a:xfrm>
          <a:prstGeom prst="rect">
            <a:avLst/>
          </a:prstGeom>
          <a:noFill/>
        </p:spPr>
        <p:txBody>
          <a:bodyPr wrap="square" rtlCol="0">
            <a:spAutoFit/>
          </a:bodyPr>
          <a:lstStyle/>
          <a:p>
            <a:pPr marL="285750" indent="-285750" algn="just">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请根据输入数据分析结果请根据输入数据分析结果请根据输入数据分析结果</a:t>
            </a:r>
            <a:r>
              <a:rPr lang="zh-CN" altLang="en-US" sz="1400" dirty="0">
                <a:latin typeface="+mn-ea"/>
              </a:rPr>
              <a:t>；</a:t>
            </a:r>
            <a:endParaRPr lang="en-US" altLang="zh-CN" sz="1400" dirty="0">
              <a:latin typeface="+mn-ea"/>
            </a:endParaRPr>
          </a:p>
          <a:p>
            <a:pPr marL="285750" indent="-285750" algn="just">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请根据输入数据分析结果请根据输入数据分析结果请根据输入数据分析结果；</a:t>
            </a:r>
          </a:p>
        </p:txBody>
      </p:sp>
      <p:sp>
        <p:nvSpPr>
          <p:cNvPr id="24" name="文本框 23">
            <a:extLst>
              <a:ext uri="{FF2B5EF4-FFF2-40B4-BE49-F238E27FC236}">
                <a16:creationId xmlns:a16="http://schemas.microsoft.com/office/drawing/2014/main" id="{4618D273-BDE3-8768-B32E-D86A985675B5}"/>
              </a:ext>
            </a:extLst>
          </p:cNvPr>
          <p:cNvSpPr txBox="1"/>
          <p:nvPr/>
        </p:nvSpPr>
        <p:spPr>
          <a:xfrm>
            <a:off x="1433930" y="4545046"/>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chemeClr val="accent1"/>
                </a:solidFill>
                <a:effectLst/>
                <a:uLnTx/>
                <a:uFillTx/>
                <a:latin typeface="+mj-ea"/>
                <a:ea typeface="+mj-ea"/>
                <a:cs typeface="+mn-cs"/>
              </a:rPr>
              <a:t>实验一</a:t>
            </a:r>
          </a:p>
        </p:txBody>
      </p:sp>
      <p:sp>
        <p:nvSpPr>
          <p:cNvPr id="27" name="矩形: 圆角 26">
            <a:extLst>
              <a:ext uri="{FF2B5EF4-FFF2-40B4-BE49-F238E27FC236}">
                <a16:creationId xmlns:a16="http://schemas.microsoft.com/office/drawing/2014/main" id="{AC18C1A0-CEFA-19B6-2F8F-473EA90627B4}"/>
              </a:ext>
            </a:extLst>
          </p:cNvPr>
          <p:cNvSpPr/>
          <p:nvPr/>
        </p:nvSpPr>
        <p:spPr>
          <a:xfrm>
            <a:off x="6674579" y="4463814"/>
            <a:ext cx="4178554" cy="1830108"/>
          </a:xfrm>
          <a:prstGeom prst="roundRect">
            <a:avLst>
              <a:gd name="adj" fmla="val 0"/>
            </a:avLst>
          </a:prstGeom>
          <a:gradFill>
            <a:gsLst>
              <a:gs pos="19000">
                <a:schemeClr val="bg1"/>
              </a:gs>
              <a:gs pos="100000">
                <a:schemeClr val="bg1"/>
              </a:gs>
            </a:gsLst>
            <a:lin ang="2700000" scaled="1"/>
          </a:gradFill>
          <a:ln>
            <a:solidFill>
              <a:schemeClr val="accent1"/>
            </a:solidFill>
          </a:ln>
          <a:effectLst>
            <a:outerShdw blurRad="495300" dist="304800" dir="2700000" sx="95000" sy="95000" algn="tl" rotWithShape="0">
              <a:schemeClr val="accent1">
                <a:lumMod val="40000"/>
                <a:lumOff val="6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28" name="文本框 27">
            <a:extLst>
              <a:ext uri="{FF2B5EF4-FFF2-40B4-BE49-F238E27FC236}">
                <a16:creationId xmlns:a16="http://schemas.microsoft.com/office/drawing/2014/main" id="{509A2FE2-4FDB-7282-2BB5-C39742F21102}"/>
              </a:ext>
            </a:extLst>
          </p:cNvPr>
          <p:cNvSpPr txBox="1"/>
          <p:nvPr/>
        </p:nvSpPr>
        <p:spPr>
          <a:xfrm>
            <a:off x="6769640" y="4858725"/>
            <a:ext cx="3988430" cy="1185324"/>
          </a:xfrm>
          <a:prstGeom prst="rect">
            <a:avLst/>
          </a:prstGeom>
          <a:noFill/>
        </p:spPr>
        <p:txBody>
          <a:bodyPr wrap="square" rtlCol="0">
            <a:spAutoFit/>
          </a:bodyPr>
          <a:lstStyle/>
          <a:p>
            <a:pPr marL="285750" indent="-285750" algn="just">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请根据输入数据分析结果请根据输入数据分析结果请根据输入数据分析结果</a:t>
            </a:r>
            <a:r>
              <a:rPr lang="zh-CN" altLang="en-US" sz="1400" dirty="0">
                <a:latin typeface="+mn-ea"/>
              </a:rPr>
              <a:t>；</a:t>
            </a:r>
            <a:endParaRPr lang="en-US" altLang="zh-CN" sz="1400" dirty="0">
              <a:latin typeface="+mn-ea"/>
            </a:endParaRPr>
          </a:p>
          <a:p>
            <a:pPr marL="285750" indent="-285750" algn="just">
              <a:lnSpc>
                <a:spcPct val="130000"/>
              </a:lnSpc>
              <a:buFont typeface="Wingdings" panose="05000000000000000000" pitchFamily="2" charset="2"/>
              <a:buChar char="ü"/>
            </a:pPr>
            <a:r>
              <a:rPr kumimoji="0" lang="zh-CN" altLang="en-US" sz="1400" b="0" i="0" u="none" strike="noStrike" kern="1200" cap="none" spc="0" normalizeH="0" baseline="0" noProof="0" dirty="0">
                <a:ln>
                  <a:noFill/>
                </a:ln>
                <a:effectLst/>
                <a:uLnTx/>
                <a:uFillTx/>
                <a:latin typeface="+mn-ea"/>
                <a:cs typeface="+mn-cs"/>
              </a:rPr>
              <a:t>请根据输入数据分析结果请根据输入数据分析结果请根据输入数据分析结果；</a:t>
            </a:r>
          </a:p>
        </p:txBody>
      </p:sp>
      <p:sp>
        <p:nvSpPr>
          <p:cNvPr id="29" name="文本框 28">
            <a:extLst>
              <a:ext uri="{FF2B5EF4-FFF2-40B4-BE49-F238E27FC236}">
                <a16:creationId xmlns:a16="http://schemas.microsoft.com/office/drawing/2014/main" id="{01AA58E5-08F1-4678-8642-941C39C2A7C2}"/>
              </a:ext>
            </a:extLst>
          </p:cNvPr>
          <p:cNvSpPr txBox="1"/>
          <p:nvPr/>
        </p:nvSpPr>
        <p:spPr>
          <a:xfrm>
            <a:off x="6769640" y="4545046"/>
            <a:ext cx="8787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chemeClr val="accent1"/>
                </a:solidFill>
                <a:effectLst/>
                <a:uLnTx/>
                <a:uFillTx/>
                <a:latin typeface="+mj-ea"/>
                <a:ea typeface="+mj-ea"/>
                <a:cs typeface="+mn-cs"/>
              </a:rPr>
              <a:t>实验二</a:t>
            </a:r>
          </a:p>
        </p:txBody>
      </p:sp>
      <p:sp>
        <p:nvSpPr>
          <p:cNvPr id="30" name="矩形: 圆角 29">
            <a:extLst>
              <a:ext uri="{FF2B5EF4-FFF2-40B4-BE49-F238E27FC236}">
                <a16:creationId xmlns:a16="http://schemas.microsoft.com/office/drawing/2014/main" id="{17BB755B-6D32-191D-AEFF-71EC7216EAC6}"/>
              </a:ext>
            </a:extLst>
          </p:cNvPr>
          <p:cNvSpPr/>
          <p:nvPr/>
        </p:nvSpPr>
        <p:spPr>
          <a:xfrm>
            <a:off x="1227123" y="834384"/>
            <a:ext cx="4686789" cy="5554541"/>
          </a:xfrm>
          <a:prstGeom prst="roundRect">
            <a:avLst>
              <a:gd name="adj" fmla="val 0"/>
            </a:avLst>
          </a:prstGeom>
          <a:noFill/>
          <a:ln>
            <a:solidFill>
              <a:schemeClr val="tx1">
                <a:lumMod val="65000"/>
                <a:lumOff val="35000"/>
              </a:schemeClr>
            </a:solidFill>
            <a:prstDash val="dash"/>
          </a:ln>
          <a:effectLst>
            <a:glow rad="279400">
              <a:schemeClr val="bg1">
                <a:lumMod val="85000"/>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矩形: 圆角 30">
            <a:extLst>
              <a:ext uri="{FF2B5EF4-FFF2-40B4-BE49-F238E27FC236}">
                <a16:creationId xmlns:a16="http://schemas.microsoft.com/office/drawing/2014/main" id="{2B943088-5DC2-43B0-C302-EAA4A4F44B96}"/>
              </a:ext>
            </a:extLst>
          </p:cNvPr>
          <p:cNvSpPr/>
          <p:nvPr/>
        </p:nvSpPr>
        <p:spPr>
          <a:xfrm>
            <a:off x="6559144" y="834384"/>
            <a:ext cx="4405734" cy="5554541"/>
          </a:xfrm>
          <a:prstGeom prst="roundRect">
            <a:avLst>
              <a:gd name="adj" fmla="val 0"/>
            </a:avLst>
          </a:prstGeom>
          <a:noFill/>
          <a:ln>
            <a:solidFill>
              <a:schemeClr val="tx1">
                <a:lumMod val="65000"/>
                <a:lumOff val="35000"/>
              </a:schemeClr>
            </a:solidFill>
            <a:prstDash val="dash"/>
          </a:ln>
          <a:effectLst>
            <a:glow rad="279400">
              <a:schemeClr val="bg1">
                <a:lumMod val="85000"/>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EC779CF-8A80-B3A2-BC05-89E1BE18EFDA}"/>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9</a:t>
            </a:r>
            <a:endParaRPr lang="zh-CN" altLang="en-US" sz="1400" b="1" dirty="0">
              <a:latin typeface="+mj-ea"/>
              <a:ea typeface="+mj-ea"/>
            </a:endParaRPr>
          </a:p>
        </p:txBody>
      </p:sp>
    </p:spTree>
    <p:extLst>
      <p:ext uri="{BB962C8B-B14F-4D97-AF65-F5344CB8AC3E}">
        <p14:creationId xmlns:p14="http://schemas.microsoft.com/office/powerpoint/2010/main" val="887300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F4D5A89-4DE9-5BA1-C78D-321B164B70A2}"/>
              </a:ext>
            </a:extLst>
          </p:cNvPr>
          <p:cNvSpPr txBox="1"/>
          <p:nvPr/>
        </p:nvSpPr>
        <p:spPr>
          <a:xfrm>
            <a:off x="1465287" y="2283170"/>
            <a:ext cx="9145554"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sz="2000" b="1" dirty="0">
                <a:solidFill>
                  <a:schemeClr val="bg1">
                    <a:lumMod val="85000"/>
                  </a:schemeClr>
                </a:solidFill>
                <a:latin typeface="+mj-ea"/>
                <a:ea typeface="+mj-ea"/>
              </a:rPr>
              <a:t>Cold and hot </a:t>
            </a:r>
            <a:r>
              <a:rPr lang="en-US" altLang="zh-CN" sz="2000" b="1" dirty="0" err="1">
                <a:solidFill>
                  <a:schemeClr val="bg1">
                    <a:lumMod val="85000"/>
                  </a:schemeClr>
                </a:solidFill>
                <a:latin typeface="+mj-ea"/>
                <a:ea typeface="+mj-ea"/>
              </a:rPr>
              <a:t>tumors:from</a:t>
            </a:r>
            <a:r>
              <a:rPr lang="en-US" altLang="zh-CN" sz="2000" b="1" dirty="0">
                <a:solidFill>
                  <a:schemeClr val="bg1">
                    <a:lumMod val="85000"/>
                  </a:schemeClr>
                </a:solidFill>
                <a:latin typeface="+mj-ea"/>
                <a:ea typeface="+mj-ea"/>
              </a:rPr>
              <a:t> molecular mechanisms to targeted therapy</a:t>
            </a:r>
          </a:p>
        </p:txBody>
      </p:sp>
      <p:sp>
        <p:nvSpPr>
          <p:cNvPr id="3" name="矩形: 圆角 2">
            <a:extLst>
              <a:ext uri="{FF2B5EF4-FFF2-40B4-BE49-F238E27FC236}">
                <a16:creationId xmlns:a16="http://schemas.microsoft.com/office/drawing/2014/main" id="{36AFFAA9-F840-AF22-C854-DE4EDEAE9BE3}"/>
              </a:ext>
            </a:extLst>
          </p:cNvPr>
          <p:cNvSpPr/>
          <p:nvPr/>
        </p:nvSpPr>
        <p:spPr>
          <a:xfrm>
            <a:off x="722337" y="2164867"/>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US" altLang="zh-CN" sz="2800" b="1" dirty="0">
                <a:solidFill>
                  <a:prstClr val="white">
                    <a:alpha val="70000"/>
                  </a:prstClr>
                </a:solidFill>
                <a:latin typeface="+mj-ea"/>
                <a:ea typeface="+mj-ea"/>
              </a:rPr>
              <a:t>01</a:t>
            </a:r>
            <a:endParaRPr lang="zh-CN" altLang="en-US" sz="2800" b="1" dirty="0">
              <a:solidFill>
                <a:prstClr val="white">
                  <a:alpha val="70000"/>
                </a:prstClr>
              </a:solidFill>
              <a:latin typeface="+mj-ea"/>
              <a:ea typeface="+mj-ea"/>
            </a:endParaRPr>
          </a:p>
        </p:txBody>
      </p:sp>
      <p:sp>
        <p:nvSpPr>
          <p:cNvPr id="4" name="文本框 3">
            <a:extLst>
              <a:ext uri="{FF2B5EF4-FFF2-40B4-BE49-F238E27FC236}">
                <a16:creationId xmlns:a16="http://schemas.microsoft.com/office/drawing/2014/main" id="{8A0CD584-8BD9-B53E-8E74-1FBE15721291}"/>
              </a:ext>
            </a:extLst>
          </p:cNvPr>
          <p:cNvSpPr txBox="1"/>
          <p:nvPr/>
        </p:nvSpPr>
        <p:spPr>
          <a:xfrm>
            <a:off x="1465286" y="3240819"/>
            <a:ext cx="10004377" cy="400110"/>
          </a:xfrm>
          <a:prstGeom prst="rect">
            <a:avLst/>
          </a:prstGeom>
          <a:noFill/>
        </p:spPr>
        <p:txBody>
          <a:bodyPr wrap="square">
            <a:spAutoFit/>
          </a:bodyPr>
          <a:lstStyle/>
          <a:p>
            <a:pPr>
              <a:defRPr/>
            </a:pPr>
            <a:r>
              <a:rPr lang="en-US" altLang="zh-CN" sz="2000" b="1" dirty="0">
                <a:latin typeface="+mj-ea"/>
                <a:ea typeface="+mj-ea"/>
              </a:rPr>
              <a:t>Cancer cells impair monocyte-mediated T cell stimulation to evade immunity</a:t>
            </a:r>
          </a:p>
        </p:txBody>
      </p:sp>
      <p:sp>
        <p:nvSpPr>
          <p:cNvPr id="5" name="矩形: 圆角 4">
            <a:extLst>
              <a:ext uri="{FF2B5EF4-FFF2-40B4-BE49-F238E27FC236}">
                <a16:creationId xmlns:a16="http://schemas.microsoft.com/office/drawing/2014/main" id="{714C9178-38DE-1E84-DBEA-0C5A45E5DC90}"/>
              </a:ext>
            </a:extLst>
          </p:cNvPr>
          <p:cNvSpPr/>
          <p:nvPr/>
        </p:nvSpPr>
        <p:spPr>
          <a:xfrm>
            <a:off x="722337" y="3122516"/>
            <a:ext cx="668497" cy="636717"/>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02</a:t>
            </a:r>
            <a:endParaRPr lang="zh-CN" altLang="en-US" sz="2800" b="1" dirty="0">
              <a:solidFill>
                <a:prstClr val="white"/>
              </a:solidFill>
              <a:latin typeface="+mj-ea"/>
              <a:ea typeface="+mj-ea"/>
            </a:endParaRPr>
          </a:p>
        </p:txBody>
      </p:sp>
      <p:sp>
        <p:nvSpPr>
          <p:cNvPr id="6" name="文本框 5">
            <a:extLst>
              <a:ext uri="{FF2B5EF4-FFF2-40B4-BE49-F238E27FC236}">
                <a16:creationId xmlns:a16="http://schemas.microsoft.com/office/drawing/2014/main" id="{9ACCCD9E-42B4-93BE-38DD-DA1281125C34}"/>
              </a:ext>
            </a:extLst>
          </p:cNvPr>
          <p:cNvSpPr txBox="1"/>
          <p:nvPr/>
        </p:nvSpPr>
        <p:spPr>
          <a:xfrm>
            <a:off x="1465287" y="4198468"/>
            <a:ext cx="8270580"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PD-1-PD-L1 immune-checkpoint blockade in B-cell lymphomas</a:t>
            </a:r>
          </a:p>
        </p:txBody>
      </p:sp>
      <p:sp>
        <p:nvSpPr>
          <p:cNvPr id="7" name="矩形: 圆角 6">
            <a:extLst>
              <a:ext uri="{FF2B5EF4-FFF2-40B4-BE49-F238E27FC236}">
                <a16:creationId xmlns:a16="http://schemas.microsoft.com/office/drawing/2014/main" id="{968A42D1-1254-2E6F-BF17-8F540C1DF956}"/>
              </a:ext>
            </a:extLst>
          </p:cNvPr>
          <p:cNvSpPr/>
          <p:nvPr/>
        </p:nvSpPr>
        <p:spPr>
          <a:xfrm>
            <a:off x="722337" y="4080165"/>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03</a:t>
            </a:r>
            <a:endParaRPr lang="zh-CN" altLang="en-US" sz="2800" b="1" dirty="0">
              <a:solidFill>
                <a:prstClr val="white">
                  <a:alpha val="70000"/>
                </a:prstClr>
              </a:solidFill>
              <a:latin typeface="+mj-ea"/>
              <a:ea typeface="+mj-ea"/>
            </a:endParaRPr>
          </a:p>
        </p:txBody>
      </p:sp>
      <p:sp>
        <p:nvSpPr>
          <p:cNvPr id="8" name="矩形: 圆角 7">
            <a:extLst>
              <a:ext uri="{FF2B5EF4-FFF2-40B4-BE49-F238E27FC236}">
                <a16:creationId xmlns:a16="http://schemas.microsoft.com/office/drawing/2014/main" id="{AD654303-BA05-23F5-E4E8-0C570A27FAEF}"/>
              </a:ext>
            </a:extLst>
          </p:cNvPr>
          <p:cNvSpPr/>
          <p:nvPr/>
        </p:nvSpPr>
        <p:spPr>
          <a:xfrm>
            <a:off x="722337" y="5037814"/>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04</a:t>
            </a:r>
            <a:endParaRPr lang="zh-CN" altLang="en-US" sz="2800" b="1" dirty="0">
              <a:solidFill>
                <a:prstClr val="white">
                  <a:alpha val="70000"/>
                </a:prstClr>
              </a:solidFill>
              <a:latin typeface="+mj-ea"/>
              <a:ea typeface="+mj-ea"/>
            </a:endParaRPr>
          </a:p>
        </p:txBody>
      </p:sp>
      <p:sp>
        <p:nvSpPr>
          <p:cNvPr id="9" name="文本框 8">
            <a:extLst>
              <a:ext uri="{FF2B5EF4-FFF2-40B4-BE49-F238E27FC236}">
                <a16:creationId xmlns:a16="http://schemas.microsoft.com/office/drawing/2014/main" id="{3D364DAB-A27B-CF23-AA76-5BAE6124E1DB}"/>
              </a:ext>
            </a:extLst>
          </p:cNvPr>
          <p:cNvSpPr txBox="1"/>
          <p:nvPr/>
        </p:nvSpPr>
        <p:spPr>
          <a:xfrm>
            <a:off x="1465287" y="5156117"/>
            <a:ext cx="7974172" cy="400110"/>
          </a:xfrm>
          <a:prstGeom prst="rect">
            <a:avLst/>
          </a:prstGeom>
          <a:noFill/>
        </p:spPr>
        <p:txBody>
          <a:bodyPr wrap="square">
            <a:spAutoFit/>
          </a:bodyPr>
          <a:lstStyle/>
          <a:p>
            <a:pPr>
              <a:defRPr/>
            </a:pPr>
            <a:r>
              <a:rPr lang="zh-CN" altLang="en-US" sz="2000" b="1" dirty="0">
                <a:solidFill>
                  <a:schemeClr val="bg1">
                    <a:lumMod val="85000"/>
                  </a:schemeClr>
                </a:solidFill>
                <a:latin typeface="+mj-ea"/>
                <a:ea typeface="+mj-ea"/>
              </a:rPr>
              <a:t>文献阅读总结与思考</a:t>
            </a:r>
          </a:p>
        </p:txBody>
      </p:sp>
      <p:sp>
        <p:nvSpPr>
          <p:cNvPr id="10" name="矩形 9">
            <a:extLst>
              <a:ext uri="{FF2B5EF4-FFF2-40B4-BE49-F238E27FC236}">
                <a16:creationId xmlns:a16="http://schemas.microsoft.com/office/drawing/2014/main" id="{A4D3D115-31B8-E2C8-49B7-8EFD63647EE9}"/>
              </a:ext>
            </a:extLst>
          </p:cNvPr>
          <p:cNvSpPr/>
          <p:nvPr/>
        </p:nvSpPr>
        <p:spPr>
          <a:xfrm>
            <a:off x="160979" y="161266"/>
            <a:ext cx="11870042" cy="6535469"/>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6189E004-CA0B-F528-8A78-17D39C957E73}"/>
              </a:ext>
            </a:extLst>
          </p:cNvPr>
          <p:cNvSpPr/>
          <p:nvPr/>
        </p:nvSpPr>
        <p:spPr>
          <a:xfrm>
            <a:off x="4792835" y="161266"/>
            <a:ext cx="2606331" cy="1524340"/>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0176723-6505-3AC9-8804-EE975DAFA608}"/>
              </a:ext>
            </a:extLst>
          </p:cNvPr>
          <p:cNvSpPr txBox="1"/>
          <p:nvPr/>
        </p:nvSpPr>
        <p:spPr>
          <a:xfrm>
            <a:off x="5564443" y="337552"/>
            <a:ext cx="1063113" cy="923330"/>
          </a:xfrm>
          <a:prstGeom prst="rect">
            <a:avLst/>
          </a:prstGeom>
          <a:noFill/>
        </p:spPr>
        <p:txBody>
          <a:bodyPr wrap="none" rtlCol="0">
            <a:spAutoFit/>
          </a:bodyPr>
          <a:lstStyle/>
          <a:p>
            <a:pPr algn="ctr"/>
            <a:r>
              <a:rPr lang="en-US" altLang="zh-CN" sz="5400" b="1" spc="100" dirty="0">
                <a:solidFill>
                  <a:schemeClr val="bg1"/>
                </a:solidFill>
                <a:latin typeface="+mj-ea"/>
                <a:ea typeface="+mj-ea"/>
              </a:rPr>
              <a:t>02</a:t>
            </a:r>
          </a:p>
        </p:txBody>
      </p:sp>
      <p:sp>
        <p:nvSpPr>
          <p:cNvPr id="13" name="文本框 12">
            <a:extLst>
              <a:ext uri="{FF2B5EF4-FFF2-40B4-BE49-F238E27FC236}">
                <a16:creationId xmlns:a16="http://schemas.microsoft.com/office/drawing/2014/main" id="{3F014DE1-C3B6-A0F8-CE65-006A55FB4E6F}"/>
              </a:ext>
            </a:extLst>
          </p:cNvPr>
          <p:cNvSpPr txBox="1"/>
          <p:nvPr/>
        </p:nvSpPr>
        <p:spPr>
          <a:xfrm>
            <a:off x="5146640" y="1109210"/>
            <a:ext cx="1898726" cy="400110"/>
          </a:xfrm>
          <a:prstGeom prst="rect">
            <a:avLst/>
          </a:prstGeom>
          <a:noFill/>
        </p:spPr>
        <p:txBody>
          <a:bodyPr wrap="none" rtlCol="0">
            <a:spAutoFit/>
          </a:bodyPr>
          <a:lstStyle/>
          <a:p>
            <a:pPr algn="ctr"/>
            <a:r>
              <a:rPr lang="en-US" altLang="zh-CN" sz="2000" b="1" spc="300" dirty="0">
                <a:solidFill>
                  <a:schemeClr val="bg1">
                    <a:alpha val="80000"/>
                  </a:schemeClr>
                </a:solidFill>
                <a:latin typeface="微软雅黑" panose="020B0503020204020204" pitchFamily="34" charset="-122"/>
                <a:ea typeface="微软雅黑" panose="020B0503020204020204" pitchFamily="34" charset="-122"/>
              </a:rPr>
              <a:t>PART TWO</a:t>
            </a:r>
          </a:p>
        </p:txBody>
      </p:sp>
    </p:spTree>
    <p:extLst>
      <p:ext uri="{BB962C8B-B14F-4D97-AF65-F5344CB8AC3E}">
        <p14:creationId xmlns:p14="http://schemas.microsoft.com/office/powerpoint/2010/main" val="274774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81B1B82-25E2-B0A2-C1BD-7D077D893E24}"/>
              </a:ext>
            </a:extLst>
          </p:cNvPr>
          <p:cNvSpPr txBox="1"/>
          <p:nvPr/>
        </p:nvSpPr>
        <p:spPr>
          <a:xfrm>
            <a:off x="786510" y="184607"/>
            <a:ext cx="2717411" cy="461665"/>
          </a:xfrm>
          <a:prstGeom prst="rect">
            <a:avLst/>
          </a:prstGeom>
        </p:spPr>
        <p:txBody>
          <a:bodyPr wrap="none" rtlCol="0">
            <a:spAutoFit/>
          </a:bodyPr>
          <a:lstStyle/>
          <a:p>
            <a:r>
              <a:rPr lang="en-US" altLang="zh-CN" sz="2400" b="1" spc="100" dirty="0">
                <a:solidFill>
                  <a:schemeClr val="accent1"/>
                </a:solidFill>
                <a:latin typeface="+mj-ea"/>
                <a:ea typeface="+mj-ea"/>
              </a:rPr>
              <a:t>2.1 </a:t>
            </a:r>
            <a:r>
              <a:rPr lang="zh-CN" altLang="en-US" sz="2400" b="1" spc="100" dirty="0">
                <a:solidFill>
                  <a:schemeClr val="accent1"/>
                </a:solidFill>
                <a:latin typeface="+mj-ea"/>
                <a:ea typeface="+mj-ea"/>
              </a:rPr>
              <a:t>文献基本信息</a:t>
            </a:r>
          </a:p>
        </p:txBody>
      </p:sp>
      <p:sp>
        <p:nvSpPr>
          <p:cNvPr id="3" name="等腰三角形 2">
            <a:extLst>
              <a:ext uri="{FF2B5EF4-FFF2-40B4-BE49-F238E27FC236}">
                <a16:creationId xmlns:a16="http://schemas.microsoft.com/office/drawing/2014/main" id="{9DA9FD47-1925-54ED-1A58-E825CF57BDA0}"/>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表格 31">
            <a:extLst>
              <a:ext uri="{FF2B5EF4-FFF2-40B4-BE49-F238E27FC236}">
                <a16:creationId xmlns:a16="http://schemas.microsoft.com/office/drawing/2014/main" id="{8B1181B3-9500-DE0B-BBCF-53EAD9FCAFE1}"/>
              </a:ext>
            </a:extLst>
          </p:cNvPr>
          <p:cNvGraphicFramePr>
            <a:graphicFrameLocks noGrp="1"/>
          </p:cNvGraphicFramePr>
          <p:nvPr>
            <p:extLst>
              <p:ext uri="{D42A27DB-BD31-4B8C-83A1-F6EECF244321}">
                <p14:modId xmlns:p14="http://schemas.microsoft.com/office/powerpoint/2010/main" val="3661324025"/>
              </p:ext>
            </p:extLst>
          </p:nvPr>
        </p:nvGraphicFramePr>
        <p:xfrm>
          <a:off x="540957" y="4393927"/>
          <a:ext cx="2799143" cy="1828800"/>
        </p:xfrm>
        <a:graphic>
          <a:graphicData uri="http://schemas.openxmlformats.org/drawingml/2006/table">
            <a:tbl>
              <a:tblPr firstRow="1" bandRow="1">
                <a:tableStyleId>{5C22544A-7EE6-4342-B048-85BDC9FD1C3A}</a:tableStyleId>
              </a:tblPr>
              <a:tblGrid>
                <a:gridCol w="1168647">
                  <a:extLst>
                    <a:ext uri="{9D8B030D-6E8A-4147-A177-3AD203B41FA5}">
                      <a16:colId xmlns:a16="http://schemas.microsoft.com/office/drawing/2014/main" val="4292236267"/>
                    </a:ext>
                  </a:extLst>
                </a:gridCol>
                <a:gridCol w="1630496">
                  <a:extLst>
                    <a:ext uri="{9D8B030D-6E8A-4147-A177-3AD203B41FA5}">
                      <a16:colId xmlns:a16="http://schemas.microsoft.com/office/drawing/2014/main" val="2374848656"/>
                    </a:ext>
                  </a:extLst>
                </a:gridCol>
              </a:tblGrid>
              <a:tr h="288000">
                <a:tc>
                  <a:txBody>
                    <a:bodyPr/>
                    <a:lstStyle/>
                    <a:p>
                      <a:pPr algn="ctr"/>
                      <a:r>
                        <a:rPr lang="zh-CN" altLang="en-US" sz="1800" b="0" dirty="0">
                          <a:ln>
                            <a:noFill/>
                          </a:ln>
                          <a:solidFill>
                            <a:schemeClr val="tx1"/>
                          </a:solidFill>
                        </a:rPr>
                        <a:t>期刊</a:t>
                      </a:r>
                    </a:p>
                  </a:txBody>
                  <a:tcPr>
                    <a:solidFill>
                      <a:schemeClr val="bg1">
                        <a:lumMod val="95000"/>
                      </a:schemeClr>
                    </a:solidFill>
                  </a:tcPr>
                </a:tc>
                <a:tc>
                  <a:txBody>
                    <a:bodyPr/>
                    <a:lstStyle/>
                    <a:p>
                      <a:r>
                        <a:rPr lang="en-US" altLang="zh-CN" sz="1800" b="0" dirty="0">
                          <a:ln>
                            <a:noFill/>
                          </a:ln>
                          <a:solidFill>
                            <a:schemeClr val="tx1"/>
                          </a:solidFill>
                          <a:latin typeface="+mn-ea"/>
                        </a:rPr>
                        <a:t>Nature</a:t>
                      </a:r>
                      <a:endParaRPr lang="zh-CN" altLang="en-US" sz="1800" b="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25345744"/>
                  </a:ext>
                </a:extLst>
              </a:tr>
              <a:tr h="0">
                <a:tc>
                  <a:txBody>
                    <a:bodyPr/>
                    <a:lstStyle/>
                    <a:p>
                      <a:pPr algn="ctr"/>
                      <a:r>
                        <a:rPr lang="zh-CN" altLang="en-US" sz="1800" dirty="0">
                          <a:ln>
                            <a:noFill/>
                          </a:ln>
                          <a:solidFill>
                            <a:schemeClr val="tx1"/>
                          </a:solidFill>
                          <a:latin typeface="+mn-ea"/>
                        </a:rPr>
                        <a:t>作者</a:t>
                      </a:r>
                      <a:endParaRPr lang="zh-CN" altLang="en-US" sz="1800" dirty="0">
                        <a:ln>
                          <a:noFill/>
                        </a:ln>
                        <a:solidFill>
                          <a:schemeClr val="tx1"/>
                        </a:solidFill>
                      </a:endParaRPr>
                    </a:p>
                  </a:txBody>
                  <a:tcPr>
                    <a:solidFill>
                      <a:schemeClr val="bg1">
                        <a:lumMod val="95000"/>
                      </a:schemeClr>
                    </a:solidFill>
                  </a:tcPr>
                </a:tc>
                <a:tc>
                  <a:txBody>
                    <a:bodyPr/>
                    <a:lstStyle/>
                    <a:p>
                      <a:r>
                        <a:rPr lang="zh-CN" altLang="en-US" sz="1800" dirty="0">
                          <a:ln>
                            <a:noFill/>
                          </a:ln>
                          <a:solidFill>
                            <a:schemeClr val="tx1"/>
                          </a:solidFill>
                          <a:latin typeface="+mn-ea"/>
                        </a:rPr>
                        <a:t>星淇</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1067390021"/>
                  </a:ext>
                </a:extLst>
              </a:tr>
              <a:tr h="288000">
                <a:tc>
                  <a:txBody>
                    <a:bodyPr/>
                    <a:lstStyle/>
                    <a:p>
                      <a:pPr algn="ctr"/>
                      <a:r>
                        <a:rPr lang="zh-CN" altLang="en-US" sz="1800" dirty="0">
                          <a:ln>
                            <a:noFill/>
                          </a:ln>
                          <a:solidFill>
                            <a:schemeClr val="tx1"/>
                          </a:solidFill>
                          <a:latin typeface="+mn-ea"/>
                        </a:rPr>
                        <a:t>发表日期</a:t>
                      </a:r>
                      <a:endParaRPr lang="zh-CN" altLang="en-US" sz="1800" dirty="0">
                        <a:ln>
                          <a:noFill/>
                        </a:ln>
                        <a:solidFill>
                          <a:schemeClr val="tx1"/>
                        </a:solidFill>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n>
                            <a:noFill/>
                          </a:ln>
                          <a:solidFill>
                            <a:schemeClr val="tx1"/>
                          </a:solidFill>
                          <a:latin typeface="+mn-ea"/>
                        </a:rPr>
                        <a:t>20XX/XX/XX</a:t>
                      </a:r>
                    </a:p>
                  </a:txBody>
                  <a:tcPr>
                    <a:solidFill>
                      <a:schemeClr val="bg1">
                        <a:lumMod val="95000"/>
                      </a:schemeClr>
                    </a:solidFill>
                  </a:tcPr>
                </a:tc>
                <a:extLst>
                  <a:ext uri="{0D108BD9-81ED-4DB2-BD59-A6C34878D82A}">
                    <a16:rowId xmlns:a16="http://schemas.microsoft.com/office/drawing/2014/main" val="3233014923"/>
                  </a:ext>
                </a:extLst>
              </a:tr>
              <a:tr h="288000">
                <a:tc>
                  <a:txBody>
                    <a:bodyPr/>
                    <a:lstStyle/>
                    <a:p>
                      <a:pPr algn="ctr"/>
                      <a:r>
                        <a:rPr lang="zh-CN" altLang="en-US" sz="1800" dirty="0">
                          <a:ln>
                            <a:noFill/>
                          </a:ln>
                          <a:solidFill>
                            <a:schemeClr val="tx1"/>
                          </a:solidFill>
                          <a:latin typeface="+mn-ea"/>
                        </a:rPr>
                        <a:t>分区</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SCI</a:t>
                      </a:r>
                      <a:r>
                        <a:rPr lang="zh-CN" altLang="en-US" sz="1800" dirty="0">
                          <a:ln>
                            <a:noFill/>
                          </a:ln>
                          <a:solidFill>
                            <a:schemeClr val="tx1"/>
                          </a:solidFill>
                          <a:latin typeface="+mn-ea"/>
                        </a:rPr>
                        <a:t>一区</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2328627363"/>
                  </a:ext>
                </a:extLst>
              </a:tr>
              <a:tr h="288000">
                <a:tc>
                  <a:txBody>
                    <a:bodyPr/>
                    <a:lstStyle/>
                    <a:p>
                      <a:pPr algn="ctr"/>
                      <a:r>
                        <a:rPr lang="zh-CN" altLang="en-US" sz="1800" dirty="0">
                          <a:ln>
                            <a:noFill/>
                          </a:ln>
                          <a:solidFill>
                            <a:schemeClr val="tx1"/>
                          </a:solidFill>
                          <a:latin typeface="+mn-ea"/>
                        </a:rPr>
                        <a:t>影响因子</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60.61</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41962294"/>
                  </a:ext>
                </a:extLst>
              </a:tr>
            </a:tbl>
          </a:graphicData>
        </a:graphic>
      </p:graphicFrame>
      <p:pic>
        <p:nvPicPr>
          <p:cNvPr id="23" name="图片 22">
            <a:extLst>
              <a:ext uri="{FF2B5EF4-FFF2-40B4-BE49-F238E27FC236}">
                <a16:creationId xmlns:a16="http://schemas.microsoft.com/office/drawing/2014/main" id="{6C455A34-3753-35F1-F823-8B32DA4F8E39}"/>
              </a:ext>
            </a:extLst>
          </p:cNvPr>
          <p:cNvPicPr>
            <a:picLocks noChangeAspect="1"/>
          </p:cNvPicPr>
          <p:nvPr/>
        </p:nvPicPr>
        <p:blipFill>
          <a:blip r:embed="rId2">
            <a:extLst>
              <a:ext uri="{28A0092B-C50C-407E-A947-70E740481C1C}">
                <a14:useLocalDpi xmlns:a14="http://schemas.microsoft.com/office/drawing/2010/main" val="0"/>
              </a:ext>
            </a:extLst>
          </a:blip>
          <a:srcRect l="12913" t="5209" r="13378" b="8818"/>
          <a:stretch>
            <a:fillRect/>
          </a:stretch>
        </p:blipFill>
        <p:spPr>
          <a:xfrm>
            <a:off x="550865" y="943276"/>
            <a:ext cx="2789236" cy="3253338"/>
          </a:xfrm>
          <a:custGeom>
            <a:avLst/>
            <a:gdLst>
              <a:gd name="connsiteX0" fmla="*/ 93523 w 2789236"/>
              <a:gd name="connsiteY0" fmla="*/ 0 h 3253338"/>
              <a:gd name="connsiteX1" fmla="*/ 2695713 w 2789236"/>
              <a:gd name="connsiteY1" fmla="*/ 0 h 3253338"/>
              <a:gd name="connsiteX2" fmla="*/ 2789236 w 2789236"/>
              <a:gd name="connsiteY2" fmla="*/ 93523 h 3253338"/>
              <a:gd name="connsiteX3" fmla="*/ 2789236 w 2789236"/>
              <a:gd name="connsiteY3" fmla="*/ 3159815 h 3253338"/>
              <a:gd name="connsiteX4" fmla="*/ 2695713 w 2789236"/>
              <a:gd name="connsiteY4" fmla="*/ 3253338 h 3253338"/>
              <a:gd name="connsiteX5" fmla="*/ 93523 w 2789236"/>
              <a:gd name="connsiteY5" fmla="*/ 3253338 h 3253338"/>
              <a:gd name="connsiteX6" fmla="*/ 0 w 2789236"/>
              <a:gd name="connsiteY6" fmla="*/ 3159815 h 3253338"/>
              <a:gd name="connsiteX7" fmla="*/ 0 w 2789236"/>
              <a:gd name="connsiteY7" fmla="*/ 93523 h 3253338"/>
              <a:gd name="connsiteX8" fmla="*/ 93523 w 2789236"/>
              <a:gd name="connsiteY8" fmla="*/ 0 h 32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9236" h="3253338">
                <a:moveTo>
                  <a:pt x="93523" y="0"/>
                </a:moveTo>
                <a:lnTo>
                  <a:pt x="2695713" y="0"/>
                </a:lnTo>
                <a:cubicBezTo>
                  <a:pt x="2747364" y="0"/>
                  <a:pt x="2789236" y="41872"/>
                  <a:pt x="2789236" y="93523"/>
                </a:cubicBezTo>
                <a:lnTo>
                  <a:pt x="2789236" y="3159815"/>
                </a:lnTo>
                <a:cubicBezTo>
                  <a:pt x="2789236" y="3211466"/>
                  <a:pt x="2747364" y="3253338"/>
                  <a:pt x="2695713" y="3253338"/>
                </a:cubicBezTo>
                <a:lnTo>
                  <a:pt x="93523" y="3253338"/>
                </a:lnTo>
                <a:cubicBezTo>
                  <a:pt x="41872" y="3253338"/>
                  <a:pt x="0" y="3211466"/>
                  <a:pt x="0" y="3159815"/>
                </a:cubicBezTo>
                <a:lnTo>
                  <a:pt x="0" y="93523"/>
                </a:lnTo>
                <a:cubicBezTo>
                  <a:pt x="0" y="41872"/>
                  <a:pt x="41872" y="0"/>
                  <a:pt x="93523" y="0"/>
                </a:cubicBezTo>
                <a:close/>
              </a:path>
            </a:pathLst>
          </a:custGeom>
        </p:spPr>
      </p:pic>
      <p:sp>
        <p:nvSpPr>
          <p:cNvPr id="24" name="矩形: 圆角 23">
            <a:extLst>
              <a:ext uri="{FF2B5EF4-FFF2-40B4-BE49-F238E27FC236}">
                <a16:creationId xmlns:a16="http://schemas.microsoft.com/office/drawing/2014/main" id="{B9704961-62B7-45A0-7C56-5FAB56A5F5E4}"/>
              </a:ext>
            </a:extLst>
          </p:cNvPr>
          <p:cNvSpPr/>
          <p:nvPr/>
        </p:nvSpPr>
        <p:spPr>
          <a:xfrm>
            <a:off x="3630614" y="943276"/>
            <a:ext cx="8020430" cy="5279451"/>
          </a:xfrm>
          <a:prstGeom prst="roundRect">
            <a:avLst>
              <a:gd name="adj" fmla="val 2858"/>
            </a:avLst>
          </a:prstGeom>
          <a:solidFill>
            <a:schemeClr val="bg1"/>
          </a:solidFill>
          <a:ln>
            <a:noFill/>
          </a:ln>
          <a:effectLst>
            <a:outerShdw blurRad="508000" dist="190500" dir="2700000" sx="99000" sy="99000" algn="tl"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思源黑体 CN Regular"/>
            </a:endParaRPr>
          </a:p>
        </p:txBody>
      </p:sp>
      <p:sp>
        <p:nvSpPr>
          <p:cNvPr id="26" name="文本框 25">
            <a:extLst>
              <a:ext uri="{FF2B5EF4-FFF2-40B4-BE49-F238E27FC236}">
                <a16:creationId xmlns:a16="http://schemas.microsoft.com/office/drawing/2014/main" id="{C538CC6C-82E4-4006-DAF3-8DFD8DB39380}"/>
              </a:ext>
            </a:extLst>
          </p:cNvPr>
          <p:cNvSpPr txBox="1"/>
          <p:nvPr/>
        </p:nvSpPr>
        <p:spPr>
          <a:xfrm>
            <a:off x="3847221" y="2081545"/>
            <a:ext cx="7587217" cy="2577950"/>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lang="zh-CN" altLang="en-US" dirty="0">
                <a:solidFill>
                  <a:prstClr val="black"/>
                </a:solidFill>
                <a:latin typeface="+mn-ea"/>
              </a:rPr>
              <a:t>请</a:t>
            </a:r>
            <a:r>
              <a:rPr kumimoji="0" lang="zh-CN" altLang="en-US" sz="1800" b="0" i="0" u="none" strike="noStrike" kern="1200" cap="none" spc="0" normalizeH="0" baseline="0" noProof="0" dirty="0">
                <a:ln>
                  <a:noFill/>
                </a:ln>
                <a:solidFill>
                  <a:prstClr val="black"/>
                </a:solidFill>
                <a:effectLst/>
                <a:uLnTx/>
                <a:uFillTx/>
                <a:latin typeface="+mn-ea"/>
                <a:cs typeface="+mn-cs"/>
              </a:rPr>
              <a:t>输入文献主要研究内容请输入文献主要研究内容请输入文献主要研究内容请输入文献主要研究内容请输入文献主要研究内容请输入文献主要研究内容请输入文献主要研究内容请输入文献主要研究内容</a:t>
            </a:r>
            <a:endParaRPr kumimoji="0" lang="en-US" altLang="zh-CN" sz="1800" b="0" i="0" u="none" strike="noStrike" kern="1200" cap="none" spc="0" normalizeH="0" baseline="0" noProof="0" dirty="0">
              <a:ln>
                <a:noFill/>
              </a:ln>
              <a:solidFill>
                <a:prstClr val="black"/>
              </a:solidFill>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endParaRPr lang="en-US" altLang="zh-CN" dirty="0">
              <a:solidFill>
                <a:prstClr val="black"/>
              </a:solidFill>
              <a:latin typeface="+mn-ea"/>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请输入文献主要研究内容请输入文献主要研究内容请输入文献主要研究内容请输入文献主要研究内容请输入文献主要研究内容请输入文献主要研究内容请输入文献主要研究内容请输入文献主要研究内容</a:t>
            </a:r>
          </a:p>
        </p:txBody>
      </p:sp>
      <p:sp>
        <p:nvSpPr>
          <p:cNvPr id="27" name="矩形: 圆角 26">
            <a:extLst>
              <a:ext uri="{FF2B5EF4-FFF2-40B4-BE49-F238E27FC236}">
                <a16:creationId xmlns:a16="http://schemas.microsoft.com/office/drawing/2014/main" id="{F9DDDB62-EB4F-BE0C-5BAF-E2ECE0931E25}"/>
              </a:ext>
            </a:extLst>
          </p:cNvPr>
          <p:cNvSpPr/>
          <p:nvPr/>
        </p:nvSpPr>
        <p:spPr>
          <a:xfrm>
            <a:off x="3942414" y="1233033"/>
            <a:ext cx="2096010" cy="558755"/>
          </a:xfrm>
          <a:prstGeom prst="roundRect">
            <a:avLst>
              <a:gd name="adj" fmla="val 1481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CB4257EE-A7BA-DB8B-73DA-ABBA306626B5}"/>
              </a:ext>
            </a:extLst>
          </p:cNvPr>
          <p:cNvSpPr txBox="1"/>
          <p:nvPr/>
        </p:nvSpPr>
        <p:spPr>
          <a:xfrm>
            <a:off x="4051701" y="1296967"/>
            <a:ext cx="1877437"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chemeClr val="bg1"/>
                </a:solidFill>
                <a:effectLst/>
                <a:uLnTx/>
                <a:uFillTx/>
                <a:latin typeface="+mj-ea"/>
                <a:ea typeface="+mj-ea"/>
                <a:cs typeface="+mn-cs"/>
              </a:rPr>
              <a:t>主要研究内容</a:t>
            </a:r>
          </a:p>
        </p:txBody>
      </p:sp>
      <p:sp>
        <p:nvSpPr>
          <p:cNvPr id="6" name="矩形: 圆角 5">
            <a:extLst>
              <a:ext uri="{FF2B5EF4-FFF2-40B4-BE49-F238E27FC236}">
                <a16:creationId xmlns:a16="http://schemas.microsoft.com/office/drawing/2014/main" id="{ACD626AA-BE45-F99B-B948-1979CE936A9E}"/>
              </a:ext>
            </a:extLst>
          </p:cNvPr>
          <p:cNvSpPr/>
          <p:nvPr/>
        </p:nvSpPr>
        <p:spPr>
          <a:xfrm>
            <a:off x="4039856" y="5348289"/>
            <a:ext cx="1665287"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190BDED5-9D80-BC7B-FFB8-E6CFC159718C}"/>
              </a:ext>
            </a:extLst>
          </p:cNvPr>
          <p:cNvSpPr txBox="1"/>
          <p:nvPr/>
        </p:nvSpPr>
        <p:spPr>
          <a:xfrm>
            <a:off x="4164613" y="5383798"/>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34" name="矩形: 圆角 33">
            <a:extLst>
              <a:ext uri="{FF2B5EF4-FFF2-40B4-BE49-F238E27FC236}">
                <a16:creationId xmlns:a16="http://schemas.microsoft.com/office/drawing/2014/main" id="{03A2126D-8F00-3659-5614-D6251010BD73}"/>
              </a:ext>
            </a:extLst>
          </p:cNvPr>
          <p:cNvSpPr/>
          <p:nvPr/>
        </p:nvSpPr>
        <p:spPr>
          <a:xfrm>
            <a:off x="5885409" y="5348289"/>
            <a:ext cx="1665287"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35" name="文本框 34">
            <a:extLst>
              <a:ext uri="{FF2B5EF4-FFF2-40B4-BE49-F238E27FC236}">
                <a16:creationId xmlns:a16="http://schemas.microsoft.com/office/drawing/2014/main" id="{AD2D3A4D-DC97-CD71-0142-FE21228E156B}"/>
              </a:ext>
            </a:extLst>
          </p:cNvPr>
          <p:cNvSpPr txBox="1"/>
          <p:nvPr/>
        </p:nvSpPr>
        <p:spPr>
          <a:xfrm>
            <a:off x="6010166" y="5383798"/>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37" name="矩形: 圆角 36">
            <a:extLst>
              <a:ext uri="{FF2B5EF4-FFF2-40B4-BE49-F238E27FC236}">
                <a16:creationId xmlns:a16="http://schemas.microsoft.com/office/drawing/2014/main" id="{674F9ACD-307B-F8D8-9F94-8D09852D597F}"/>
              </a:ext>
            </a:extLst>
          </p:cNvPr>
          <p:cNvSpPr/>
          <p:nvPr/>
        </p:nvSpPr>
        <p:spPr>
          <a:xfrm>
            <a:off x="7730962" y="5348289"/>
            <a:ext cx="1665287"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38" name="文本框 37">
            <a:extLst>
              <a:ext uri="{FF2B5EF4-FFF2-40B4-BE49-F238E27FC236}">
                <a16:creationId xmlns:a16="http://schemas.microsoft.com/office/drawing/2014/main" id="{FCEA72F9-1D9D-289E-448D-C7A948F7F052}"/>
              </a:ext>
            </a:extLst>
          </p:cNvPr>
          <p:cNvSpPr txBox="1"/>
          <p:nvPr/>
        </p:nvSpPr>
        <p:spPr>
          <a:xfrm>
            <a:off x="7855719" y="5383798"/>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40" name="矩形: 圆角 39">
            <a:extLst>
              <a:ext uri="{FF2B5EF4-FFF2-40B4-BE49-F238E27FC236}">
                <a16:creationId xmlns:a16="http://schemas.microsoft.com/office/drawing/2014/main" id="{B06C0F5D-813E-A36D-4BD4-64A0833A598A}"/>
              </a:ext>
            </a:extLst>
          </p:cNvPr>
          <p:cNvSpPr/>
          <p:nvPr/>
        </p:nvSpPr>
        <p:spPr>
          <a:xfrm>
            <a:off x="9576516" y="5348289"/>
            <a:ext cx="1665287" cy="40957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41" name="文本框 40">
            <a:extLst>
              <a:ext uri="{FF2B5EF4-FFF2-40B4-BE49-F238E27FC236}">
                <a16:creationId xmlns:a16="http://schemas.microsoft.com/office/drawing/2014/main" id="{829AD02C-84D9-69C6-759C-6F42D066BEF4}"/>
              </a:ext>
            </a:extLst>
          </p:cNvPr>
          <p:cNvSpPr txBox="1"/>
          <p:nvPr/>
        </p:nvSpPr>
        <p:spPr>
          <a:xfrm>
            <a:off x="9701273" y="5383798"/>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请输入关键词</a:t>
            </a:r>
          </a:p>
        </p:txBody>
      </p:sp>
      <p:sp>
        <p:nvSpPr>
          <p:cNvPr id="5" name="矩形 4">
            <a:extLst>
              <a:ext uri="{FF2B5EF4-FFF2-40B4-BE49-F238E27FC236}">
                <a16:creationId xmlns:a16="http://schemas.microsoft.com/office/drawing/2014/main" id="{58251EC5-81A4-BF4E-B6B2-46DB6DCA4C7C}"/>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11</a:t>
            </a:r>
            <a:endParaRPr lang="zh-CN" altLang="en-US" sz="1400" b="1" dirty="0">
              <a:latin typeface="+mj-ea"/>
              <a:ea typeface="+mj-ea"/>
            </a:endParaRPr>
          </a:p>
        </p:txBody>
      </p:sp>
    </p:spTree>
    <p:extLst>
      <p:ext uri="{BB962C8B-B14F-4D97-AF65-F5344CB8AC3E}">
        <p14:creationId xmlns:p14="http://schemas.microsoft.com/office/powerpoint/2010/main" val="401558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BCAF45F-044A-3532-8127-1EC2AD8FD70E}"/>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2.2 </a:t>
            </a:r>
            <a:r>
              <a:rPr lang="zh-CN" altLang="en-US" sz="2400" b="1" spc="100" dirty="0">
                <a:solidFill>
                  <a:schemeClr val="accent1"/>
                </a:solidFill>
                <a:latin typeface="+mj-ea"/>
                <a:ea typeface="+mj-ea"/>
              </a:rPr>
              <a:t>研究背景与意义</a:t>
            </a:r>
          </a:p>
        </p:txBody>
      </p:sp>
      <p:sp>
        <p:nvSpPr>
          <p:cNvPr id="3" name="等腰三角形 2">
            <a:extLst>
              <a:ext uri="{FF2B5EF4-FFF2-40B4-BE49-F238E27FC236}">
                <a16:creationId xmlns:a16="http://schemas.microsoft.com/office/drawing/2014/main" id="{E72300AD-DAA2-1A2A-BD45-E30A7F9CEB19}"/>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角 3">
            <a:extLst>
              <a:ext uri="{FF2B5EF4-FFF2-40B4-BE49-F238E27FC236}">
                <a16:creationId xmlns:a16="http://schemas.microsoft.com/office/drawing/2014/main" id="{4C6F8EF7-23CD-9CA0-252F-6B2F6D0797E6}"/>
              </a:ext>
            </a:extLst>
          </p:cNvPr>
          <p:cNvSpPr/>
          <p:nvPr/>
        </p:nvSpPr>
        <p:spPr>
          <a:xfrm>
            <a:off x="550863" y="981808"/>
            <a:ext cx="11090276" cy="2510692"/>
          </a:xfrm>
          <a:prstGeom prst="roundRect">
            <a:avLst>
              <a:gd name="adj" fmla="val 0"/>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0179ACB-8C97-6C26-85C9-FDC4D41A9E58}"/>
              </a:ext>
            </a:extLst>
          </p:cNvPr>
          <p:cNvSpPr txBox="1"/>
          <p:nvPr/>
        </p:nvSpPr>
        <p:spPr>
          <a:xfrm>
            <a:off x="5868315" y="1702022"/>
            <a:ext cx="5664874" cy="706475"/>
          </a:xfrm>
          <a:prstGeom prst="rect">
            <a:avLst/>
          </a:prstGeom>
          <a:noFill/>
        </p:spPr>
        <p:txBody>
          <a:bodyPr wrap="square" rtlCol="0">
            <a:spAutoFit/>
          </a:bodyPr>
          <a:lstStyle/>
          <a:p>
            <a:pPr marL="285750" indent="-285750" algn="just">
              <a:lnSpc>
                <a:spcPct val="130000"/>
              </a:lnSpc>
              <a:buClr>
                <a:schemeClr val="accent1"/>
              </a:buClr>
              <a:buFont typeface="Arial" panose="020B0604020202020204" pitchFamily="34" charset="0"/>
              <a:buChar char="•"/>
            </a:pPr>
            <a:r>
              <a:rPr lang="zh-CN" altLang="en-US" sz="1600" dirty="0"/>
              <a:t>请输入研究背景请输入研究背景请输入研究背景请输入研究背景请输入研究背景请输入研究背景请输入研究背景</a:t>
            </a:r>
            <a:endParaRPr lang="en-US" altLang="zh-CN" sz="1600" dirty="0"/>
          </a:p>
        </p:txBody>
      </p:sp>
      <p:sp>
        <p:nvSpPr>
          <p:cNvPr id="6" name="文本框 5">
            <a:extLst>
              <a:ext uri="{FF2B5EF4-FFF2-40B4-BE49-F238E27FC236}">
                <a16:creationId xmlns:a16="http://schemas.microsoft.com/office/drawing/2014/main" id="{F997C737-1D8F-5847-87ED-9F3F8449B9C2}"/>
              </a:ext>
            </a:extLst>
          </p:cNvPr>
          <p:cNvSpPr txBox="1"/>
          <p:nvPr/>
        </p:nvSpPr>
        <p:spPr>
          <a:xfrm>
            <a:off x="5868315" y="2539244"/>
            <a:ext cx="5664874" cy="706475"/>
          </a:xfrm>
          <a:prstGeom prst="rect">
            <a:avLst/>
          </a:prstGeom>
          <a:noFill/>
        </p:spPr>
        <p:txBody>
          <a:bodyPr wrap="square" rtlCol="0">
            <a:spAutoFit/>
          </a:bodyPr>
          <a:lstStyle/>
          <a:p>
            <a:pPr marL="285750" indent="-285750" algn="just">
              <a:lnSpc>
                <a:spcPct val="130000"/>
              </a:lnSpc>
              <a:buClr>
                <a:schemeClr val="accent1"/>
              </a:buClr>
              <a:buFont typeface="Arial" panose="020B0604020202020204" pitchFamily="34" charset="0"/>
              <a:buChar char="•"/>
            </a:pPr>
            <a:r>
              <a:rPr lang="zh-CN" altLang="en-US" sz="1600" dirty="0"/>
              <a:t>请输入研究背景请输入研究背景请输入研究背景请输入研究背景请输入研究背景请输入研究背景请输入研究背景</a:t>
            </a:r>
          </a:p>
        </p:txBody>
      </p:sp>
      <p:sp>
        <p:nvSpPr>
          <p:cNvPr id="7" name="矩形: 圆角 6">
            <a:extLst>
              <a:ext uri="{FF2B5EF4-FFF2-40B4-BE49-F238E27FC236}">
                <a16:creationId xmlns:a16="http://schemas.microsoft.com/office/drawing/2014/main" id="{29F99D92-3200-82CC-9FF3-8995303676BC}"/>
              </a:ext>
            </a:extLst>
          </p:cNvPr>
          <p:cNvSpPr/>
          <p:nvPr/>
        </p:nvSpPr>
        <p:spPr>
          <a:xfrm>
            <a:off x="5966887" y="1152899"/>
            <a:ext cx="1303863" cy="462703"/>
          </a:xfrm>
          <a:prstGeom prst="roundRect">
            <a:avLst>
              <a:gd name="adj" fmla="val 1481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3F7658E-9389-C38F-5CE2-7C6576162867}"/>
              </a:ext>
            </a:extLst>
          </p:cNvPr>
          <p:cNvSpPr txBox="1"/>
          <p:nvPr/>
        </p:nvSpPr>
        <p:spPr>
          <a:xfrm>
            <a:off x="6064820" y="1199584"/>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chemeClr val="bg1"/>
                </a:solidFill>
                <a:effectLst/>
                <a:uLnTx/>
                <a:uFillTx/>
                <a:latin typeface="+mj-ea"/>
                <a:ea typeface="+mj-ea"/>
                <a:cs typeface="+mn-cs"/>
              </a:rPr>
              <a:t>研究背景</a:t>
            </a:r>
          </a:p>
        </p:txBody>
      </p:sp>
      <p:sp>
        <p:nvSpPr>
          <p:cNvPr id="9" name="矩形: 圆角 8">
            <a:extLst>
              <a:ext uri="{FF2B5EF4-FFF2-40B4-BE49-F238E27FC236}">
                <a16:creationId xmlns:a16="http://schemas.microsoft.com/office/drawing/2014/main" id="{15A20242-B00F-3992-48F5-2F1EE0A484F9}"/>
              </a:ext>
            </a:extLst>
          </p:cNvPr>
          <p:cNvSpPr/>
          <p:nvPr/>
        </p:nvSpPr>
        <p:spPr>
          <a:xfrm>
            <a:off x="550863" y="3725008"/>
            <a:ext cx="11090276" cy="2510692"/>
          </a:xfrm>
          <a:prstGeom prst="roundRect">
            <a:avLst>
              <a:gd name="adj" fmla="val 0"/>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D746219-AD0F-E05D-716F-400AAD392ACA}"/>
              </a:ext>
            </a:extLst>
          </p:cNvPr>
          <p:cNvSpPr txBox="1"/>
          <p:nvPr/>
        </p:nvSpPr>
        <p:spPr>
          <a:xfrm>
            <a:off x="5868315" y="4445222"/>
            <a:ext cx="5664874" cy="706475"/>
          </a:xfrm>
          <a:prstGeom prst="rect">
            <a:avLst/>
          </a:prstGeom>
          <a:noFill/>
        </p:spPr>
        <p:txBody>
          <a:bodyPr wrap="square" rtlCol="0">
            <a:spAutoFit/>
          </a:bodyPr>
          <a:lstStyle/>
          <a:p>
            <a:pPr marL="285750" indent="-285750" algn="just">
              <a:lnSpc>
                <a:spcPct val="130000"/>
              </a:lnSpc>
              <a:buClr>
                <a:schemeClr val="accent1"/>
              </a:buClr>
              <a:buFont typeface="Arial" panose="020B0604020202020204" pitchFamily="34" charset="0"/>
              <a:buChar char="•"/>
            </a:pPr>
            <a:r>
              <a:rPr lang="zh-CN" altLang="en-US" sz="1600" dirty="0"/>
              <a:t>请输入研究意义请输入研究意义请输入研究意义请输入研究意义请输入研究意义请输入研究意义请输入研究意义</a:t>
            </a:r>
            <a:endParaRPr lang="en-US" altLang="zh-CN" sz="1600" dirty="0"/>
          </a:p>
        </p:txBody>
      </p:sp>
      <p:sp>
        <p:nvSpPr>
          <p:cNvPr id="11" name="文本框 10">
            <a:extLst>
              <a:ext uri="{FF2B5EF4-FFF2-40B4-BE49-F238E27FC236}">
                <a16:creationId xmlns:a16="http://schemas.microsoft.com/office/drawing/2014/main" id="{58E88BA7-7F20-95B8-39E4-ADFC7CCD24BD}"/>
              </a:ext>
            </a:extLst>
          </p:cNvPr>
          <p:cNvSpPr txBox="1"/>
          <p:nvPr/>
        </p:nvSpPr>
        <p:spPr>
          <a:xfrm>
            <a:off x="5868315" y="5282444"/>
            <a:ext cx="5664874" cy="706475"/>
          </a:xfrm>
          <a:prstGeom prst="rect">
            <a:avLst/>
          </a:prstGeom>
          <a:noFill/>
        </p:spPr>
        <p:txBody>
          <a:bodyPr wrap="square" rtlCol="0">
            <a:spAutoFit/>
          </a:bodyPr>
          <a:lstStyle/>
          <a:p>
            <a:pPr marL="285750" indent="-285750" algn="just">
              <a:lnSpc>
                <a:spcPct val="130000"/>
              </a:lnSpc>
              <a:buClr>
                <a:schemeClr val="accent1"/>
              </a:buClr>
              <a:buFont typeface="Arial" panose="020B0604020202020204" pitchFamily="34" charset="0"/>
              <a:buChar char="•"/>
            </a:pPr>
            <a:r>
              <a:rPr lang="zh-CN" altLang="en-US" sz="1600" dirty="0"/>
              <a:t>请输入研究意义请输入研究意义请输入研究意义请输入研究意义请输入研究意义请输入研究意义请输入研究意义</a:t>
            </a:r>
            <a:endParaRPr lang="en-US" altLang="zh-CN" sz="1600" dirty="0"/>
          </a:p>
        </p:txBody>
      </p:sp>
      <p:sp>
        <p:nvSpPr>
          <p:cNvPr id="12" name="矩形: 圆角 11">
            <a:extLst>
              <a:ext uri="{FF2B5EF4-FFF2-40B4-BE49-F238E27FC236}">
                <a16:creationId xmlns:a16="http://schemas.microsoft.com/office/drawing/2014/main" id="{6FC8A82E-AAFE-C397-19A7-5F46AD28DB80}"/>
              </a:ext>
            </a:extLst>
          </p:cNvPr>
          <p:cNvSpPr/>
          <p:nvPr/>
        </p:nvSpPr>
        <p:spPr>
          <a:xfrm>
            <a:off x="5966887" y="3896099"/>
            <a:ext cx="1303863" cy="462703"/>
          </a:xfrm>
          <a:prstGeom prst="roundRect">
            <a:avLst>
              <a:gd name="adj" fmla="val 1481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A55A208-6A58-6296-4823-BD6DDFBE89A4}"/>
              </a:ext>
            </a:extLst>
          </p:cNvPr>
          <p:cNvSpPr txBox="1"/>
          <p:nvPr/>
        </p:nvSpPr>
        <p:spPr>
          <a:xfrm>
            <a:off x="6064820" y="3942784"/>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baseline="0" noProof="0" dirty="0">
                <a:ln>
                  <a:noFill/>
                </a:ln>
                <a:solidFill>
                  <a:schemeClr val="bg1"/>
                </a:solidFill>
                <a:effectLst/>
                <a:uLnTx/>
                <a:uFillTx/>
                <a:latin typeface="+mj-ea"/>
                <a:ea typeface="+mj-ea"/>
                <a:cs typeface="+mn-cs"/>
              </a:rPr>
              <a:t>研究意义</a:t>
            </a:r>
          </a:p>
        </p:txBody>
      </p:sp>
      <p:pic>
        <p:nvPicPr>
          <p:cNvPr id="20" name="图片 19">
            <a:extLst>
              <a:ext uri="{FF2B5EF4-FFF2-40B4-BE49-F238E27FC236}">
                <a16:creationId xmlns:a16="http://schemas.microsoft.com/office/drawing/2014/main" id="{178E2806-57CF-8394-D7ED-46A9A36F4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442" y="987384"/>
            <a:ext cx="5232099" cy="4962566"/>
          </a:xfrm>
          <a:prstGeom prst="rect">
            <a:avLst/>
          </a:prstGeom>
          <a:ln w="12700">
            <a:solidFill>
              <a:schemeClr val="accent1"/>
            </a:solidFill>
          </a:ln>
        </p:spPr>
      </p:pic>
      <p:sp>
        <p:nvSpPr>
          <p:cNvPr id="15" name="矩形 14">
            <a:extLst>
              <a:ext uri="{FF2B5EF4-FFF2-40B4-BE49-F238E27FC236}">
                <a16:creationId xmlns:a16="http://schemas.microsoft.com/office/drawing/2014/main" id="{5F9C48B0-4105-291B-A102-72240ABB9BFA}"/>
              </a:ext>
            </a:extLst>
          </p:cNvPr>
          <p:cNvSpPr/>
          <p:nvPr/>
        </p:nvSpPr>
        <p:spPr>
          <a:xfrm>
            <a:off x="544511" y="5901546"/>
            <a:ext cx="5255708" cy="33415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图</a:t>
            </a:r>
            <a:r>
              <a:rPr lang="en-US" altLang="zh-CN" sz="1400" dirty="0"/>
              <a:t>1 </a:t>
            </a:r>
            <a:r>
              <a:rPr lang="zh-CN" altLang="en-US" sz="1400" dirty="0"/>
              <a:t>请输入图示标题</a:t>
            </a:r>
          </a:p>
        </p:txBody>
      </p:sp>
      <p:sp>
        <p:nvSpPr>
          <p:cNvPr id="14" name="矩形 13">
            <a:extLst>
              <a:ext uri="{FF2B5EF4-FFF2-40B4-BE49-F238E27FC236}">
                <a16:creationId xmlns:a16="http://schemas.microsoft.com/office/drawing/2014/main" id="{4934E51A-5B70-EF61-C346-592B78A5FCEB}"/>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12</a:t>
            </a:r>
            <a:endParaRPr lang="zh-CN" altLang="en-US" sz="1400" b="1" dirty="0">
              <a:latin typeface="+mj-ea"/>
              <a:ea typeface="+mj-ea"/>
            </a:endParaRPr>
          </a:p>
        </p:txBody>
      </p:sp>
    </p:spTree>
    <p:extLst>
      <p:ext uri="{BB962C8B-B14F-4D97-AF65-F5344CB8AC3E}">
        <p14:creationId xmlns:p14="http://schemas.microsoft.com/office/powerpoint/2010/main" val="3481018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47D8D46-0925-640E-7136-5FB90347C3DD}"/>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2.3 </a:t>
            </a:r>
            <a:r>
              <a:rPr lang="zh-CN" altLang="en-US" sz="2400" b="1" spc="100" dirty="0">
                <a:solidFill>
                  <a:schemeClr val="accent1"/>
                </a:solidFill>
                <a:latin typeface="+mj-ea"/>
                <a:ea typeface="+mj-ea"/>
              </a:rPr>
              <a:t>实验流程及方法</a:t>
            </a:r>
          </a:p>
        </p:txBody>
      </p:sp>
      <p:sp>
        <p:nvSpPr>
          <p:cNvPr id="3" name="等腰三角形 2">
            <a:extLst>
              <a:ext uri="{FF2B5EF4-FFF2-40B4-BE49-F238E27FC236}">
                <a16:creationId xmlns:a16="http://schemas.microsoft.com/office/drawing/2014/main" id="{E77FBCD5-0023-F4DD-BBC3-B30C05A294B9}"/>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D0CC4B3D-73F9-BC9E-6E02-5A5D7BE130B2}"/>
              </a:ext>
            </a:extLst>
          </p:cNvPr>
          <p:cNvSpPr/>
          <p:nvPr/>
        </p:nvSpPr>
        <p:spPr>
          <a:xfrm>
            <a:off x="554082" y="1261292"/>
            <a:ext cx="2424681" cy="4787899"/>
          </a:xfrm>
          <a:prstGeom prst="rect">
            <a:avLst/>
          </a:prstGeom>
          <a:gradFill flip="none" rotWithShape="1">
            <a:gsLst>
              <a:gs pos="0">
                <a:schemeClr val="accent1">
                  <a:lumMod val="20000"/>
                  <a:lumOff val="80000"/>
                  <a:alpha val="0"/>
                </a:schemeClr>
              </a:gs>
              <a:gs pos="100000">
                <a:schemeClr val="accent1">
                  <a:lumMod val="40000"/>
                  <a:lumOff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9" name="矩形 106">
            <a:extLst>
              <a:ext uri="{FF2B5EF4-FFF2-40B4-BE49-F238E27FC236}">
                <a16:creationId xmlns:a16="http://schemas.microsoft.com/office/drawing/2014/main" id="{00D09AF2-5043-7A54-331B-22AB55C6EEC4}"/>
              </a:ext>
            </a:extLst>
          </p:cNvPr>
          <p:cNvSpPr/>
          <p:nvPr/>
        </p:nvSpPr>
        <p:spPr>
          <a:xfrm>
            <a:off x="558844" y="1152546"/>
            <a:ext cx="2420102" cy="705771"/>
          </a:xfrm>
          <a:custGeom>
            <a:avLst/>
            <a:gdLst>
              <a:gd name="connsiteX0" fmla="*/ 108000 w 2517299"/>
              <a:gd name="connsiteY0" fmla="*/ 0 h 869327"/>
              <a:gd name="connsiteX1" fmla="*/ 2409299 w 2517299"/>
              <a:gd name="connsiteY1" fmla="*/ 0 h 869327"/>
              <a:gd name="connsiteX2" fmla="*/ 2517299 w 2517299"/>
              <a:gd name="connsiteY2" fmla="*/ 108000 h 869327"/>
              <a:gd name="connsiteX3" fmla="*/ 2517299 w 2517299"/>
              <a:gd name="connsiteY3" fmla="*/ 761327 h 869327"/>
              <a:gd name="connsiteX4" fmla="*/ 2409299 w 2517299"/>
              <a:gd name="connsiteY4" fmla="*/ 869327 h 869327"/>
              <a:gd name="connsiteX5" fmla="*/ 108000 w 2517299"/>
              <a:gd name="connsiteY5" fmla="*/ 869327 h 869327"/>
              <a:gd name="connsiteX6" fmla="*/ 0 w 2517299"/>
              <a:gd name="connsiteY6" fmla="*/ 761327 h 869327"/>
              <a:gd name="connsiteX7" fmla="*/ 0 w 2517299"/>
              <a:gd name="connsiteY7" fmla="*/ 108000 h 869327"/>
              <a:gd name="connsiteX8" fmla="*/ 108000 w 2517299"/>
              <a:gd name="connsiteY8" fmla="*/ 0 h 86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99" h="869327">
                <a:moveTo>
                  <a:pt x="108000" y="0"/>
                </a:moveTo>
                <a:lnTo>
                  <a:pt x="2409299" y="0"/>
                </a:lnTo>
                <a:cubicBezTo>
                  <a:pt x="2468915" y="0"/>
                  <a:pt x="2517299" y="48384"/>
                  <a:pt x="2517299" y="108000"/>
                </a:cubicBezTo>
                <a:lnTo>
                  <a:pt x="2517299" y="761327"/>
                </a:lnTo>
                <a:cubicBezTo>
                  <a:pt x="2517299" y="820943"/>
                  <a:pt x="2468915" y="869327"/>
                  <a:pt x="2409299" y="869327"/>
                </a:cubicBezTo>
                <a:lnTo>
                  <a:pt x="108000" y="869327"/>
                </a:lnTo>
                <a:cubicBezTo>
                  <a:pt x="48384" y="869327"/>
                  <a:pt x="0" y="820943"/>
                  <a:pt x="0" y="761327"/>
                </a:cubicBezTo>
                <a:lnTo>
                  <a:pt x="0" y="108000"/>
                </a:lnTo>
                <a:cubicBezTo>
                  <a:pt x="0" y="48384"/>
                  <a:pt x="48384" y="0"/>
                  <a:pt x="108000" y="0"/>
                </a:cubicBezTo>
              </a:path>
            </a:pathLst>
          </a:custGeom>
          <a:gradFill>
            <a:gsLst>
              <a:gs pos="0">
                <a:schemeClr val="accent1"/>
              </a:gs>
              <a:gs pos="100000">
                <a:schemeClr val="accent1">
                  <a:lumMod val="50000"/>
                </a:schemeClr>
              </a:gs>
            </a:gsLst>
            <a:lin ang="5400000" scaled="1"/>
          </a:gradFill>
          <a:ln>
            <a:noFill/>
          </a:ln>
          <a:effectLst>
            <a:outerShdw blurRad="241300" dist="114300" dir="5400000" sx="93000" sy="93000" algn="t" rotWithShape="0">
              <a:schemeClr val="accent1">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10" name="文本框 9">
            <a:extLst>
              <a:ext uri="{FF2B5EF4-FFF2-40B4-BE49-F238E27FC236}">
                <a16:creationId xmlns:a16="http://schemas.microsoft.com/office/drawing/2014/main" id="{4CB8A9FE-498D-AB6B-4EFB-C7E8A1B22031}"/>
              </a:ext>
            </a:extLst>
          </p:cNvPr>
          <p:cNvSpPr txBox="1"/>
          <p:nvPr/>
        </p:nvSpPr>
        <p:spPr>
          <a:xfrm>
            <a:off x="944707" y="1305376"/>
            <a:ext cx="16483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prstClr val="white"/>
                </a:solidFill>
                <a:effectLst/>
                <a:uLnTx/>
                <a:uFillTx/>
                <a:latin typeface="+mj-ea"/>
                <a:ea typeface="+mj-ea"/>
                <a:cs typeface="+mn-cs"/>
              </a:rPr>
              <a:t>实验方法一</a:t>
            </a:r>
          </a:p>
        </p:txBody>
      </p:sp>
      <p:cxnSp>
        <p:nvCxnSpPr>
          <p:cNvPr id="17" name="直接连接符 16">
            <a:extLst>
              <a:ext uri="{FF2B5EF4-FFF2-40B4-BE49-F238E27FC236}">
                <a16:creationId xmlns:a16="http://schemas.microsoft.com/office/drawing/2014/main" id="{CC47253B-44B6-522C-DD4C-CDE747969A24}"/>
              </a:ext>
            </a:extLst>
          </p:cNvPr>
          <p:cNvCxnSpPr>
            <a:cxnSpLocks/>
          </p:cNvCxnSpPr>
          <p:nvPr/>
        </p:nvCxnSpPr>
        <p:spPr>
          <a:xfrm>
            <a:off x="554082" y="6049191"/>
            <a:ext cx="2424680" cy="0"/>
          </a:xfrm>
          <a:prstGeom prst="lin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33" name="文本框 32">
            <a:extLst>
              <a:ext uri="{FF2B5EF4-FFF2-40B4-BE49-F238E27FC236}">
                <a16:creationId xmlns:a16="http://schemas.microsoft.com/office/drawing/2014/main" id="{86697E47-5097-8B75-A8F0-07B4BFD95572}"/>
              </a:ext>
            </a:extLst>
          </p:cNvPr>
          <p:cNvSpPr txBox="1"/>
          <p:nvPr/>
        </p:nvSpPr>
        <p:spPr>
          <a:xfrm>
            <a:off x="1058536" y="1976770"/>
            <a:ext cx="1415772"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j-ea"/>
                <a:ea typeface="+mj-ea"/>
                <a:cs typeface="+mn-cs"/>
              </a:rPr>
              <a:t>实验目的</a:t>
            </a:r>
          </a:p>
        </p:txBody>
      </p:sp>
      <p:sp>
        <p:nvSpPr>
          <p:cNvPr id="34" name="文本框 33">
            <a:extLst>
              <a:ext uri="{FF2B5EF4-FFF2-40B4-BE49-F238E27FC236}">
                <a16:creationId xmlns:a16="http://schemas.microsoft.com/office/drawing/2014/main" id="{DC5F7FF3-AD01-111B-61E6-39FACF50FBA3}"/>
              </a:ext>
            </a:extLst>
          </p:cNvPr>
          <p:cNvSpPr txBox="1"/>
          <p:nvPr/>
        </p:nvSpPr>
        <p:spPr>
          <a:xfrm>
            <a:off x="602773" y="2495220"/>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35" name="文本框 34">
            <a:extLst>
              <a:ext uri="{FF2B5EF4-FFF2-40B4-BE49-F238E27FC236}">
                <a16:creationId xmlns:a16="http://schemas.microsoft.com/office/drawing/2014/main" id="{E6BBF5A8-1931-1CFA-4F2F-731FB2B871B9}"/>
              </a:ext>
            </a:extLst>
          </p:cNvPr>
          <p:cNvSpPr txBox="1"/>
          <p:nvPr/>
        </p:nvSpPr>
        <p:spPr>
          <a:xfrm>
            <a:off x="602773" y="3930612"/>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64" name="矩形 63">
            <a:extLst>
              <a:ext uri="{FF2B5EF4-FFF2-40B4-BE49-F238E27FC236}">
                <a16:creationId xmlns:a16="http://schemas.microsoft.com/office/drawing/2014/main" id="{F4BF30D6-2C7C-8B81-3668-4F8B70713803}"/>
              </a:ext>
            </a:extLst>
          </p:cNvPr>
          <p:cNvSpPr/>
          <p:nvPr/>
        </p:nvSpPr>
        <p:spPr>
          <a:xfrm>
            <a:off x="3441403" y="1261292"/>
            <a:ext cx="2424681" cy="4787899"/>
          </a:xfrm>
          <a:prstGeom prst="rect">
            <a:avLst/>
          </a:prstGeom>
          <a:gradFill flip="none" rotWithShape="1">
            <a:gsLst>
              <a:gs pos="0">
                <a:schemeClr val="accent1">
                  <a:lumMod val="20000"/>
                  <a:lumOff val="80000"/>
                  <a:alpha val="0"/>
                </a:schemeClr>
              </a:gs>
              <a:gs pos="100000">
                <a:schemeClr val="accent1">
                  <a:lumMod val="40000"/>
                  <a:lumOff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65" name="矩形 106">
            <a:extLst>
              <a:ext uri="{FF2B5EF4-FFF2-40B4-BE49-F238E27FC236}">
                <a16:creationId xmlns:a16="http://schemas.microsoft.com/office/drawing/2014/main" id="{8F82AA98-E94C-6870-63EC-DD3E6B5F1A52}"/>
              </a:ext>
            </a:extLst>
          </p:cNvPr>
          <p:cNvSpPr/>
          <p:nvPr/>
        </p:nvSpPr>
        <p:spPr>
          <a:xfrm>
            <a:off x="3446165" y="1152546"/>
            <a:ext cx="2420102" cy="705771"/>
          </a:xfrm>
          <a:custGeom>
            <a:avLst/>
            <a:gdLst>
              <a:gd name="connsiteX0" fmla="*/ 108000 w 2517299"/>
              <a:gd name="connsiteY0" fmla="*/ 0 h 869327"/>
              <a:gd name="connsiteX1" fmla="*/ 2409299 w 2517299"/>
              <a:gd name="connsiteY1" fmla="*/ 0 h 869327"/>
              <a:gd name="connsiteX2" fmla="*/ 2517299 w 2517299"/>
              <a:gd name="connsiteY2" fmla="*/ 108000 h 869327"/>
              <a:gd name="connsiteX3" fmla="*/ 2517299 w 2517299"/>
              <a:gd name="connsiteY3" fmla="*/ 761327 h 869327"/>
              <a:gd name="connsiteX4" fmla="*/ 2409299 w 2517299"/>
              <a:gd name="connsiteY4" fmla="*/ 869327 h 869327"/>
              <a:gd name="connsiteX5" fmla="*/ 108000 w 2517299"/>
              <a:gd name="connsiteY5" fmla="*/ 869327 h 869327"/>
              <a:gd name="connsiteX6" fmla="*/ 0 w 2517299"/>
              <a:gd name="connsiteY6" fmla="*/ 761327 h 869327"/>
              <a:gd name="connsiteX7" fmla="*/ 0 w 2517299"/>
              <a:gd name="connsiteY7" fmla="*/ 108000 h 869327"/>
              <a:gd name="connsiteX8" fmla="*/ 108000 w 2517299"/>
              <a:gd name="connsiteY8" fmla="*/ 0 h 86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99" h="869327">
                <a:moveTo>
                  <a:pt x="108000" y="0"/>
                </a:moveTo>
                <a:lnTo>
                  <a:pt x="2409299" y="0"/>
                </a:lnTo>
                <a:cubicBezTo>
                  <a:pt x="2468915" y="0"/>
                  <a:pt x="2517299" y="48384"/>
                  <a:pt x="2517299" y="108000"/>
                </a:cubicBezTo>
                <a:lnTo>
                  <a:pt x="2517299" y="761327"/>
                </a:lnTo>
                <a:cubicBezTo>
                  <a:pt x="2517299" y="820943"/>
                  <a:pt x="2468915" y="869327"/>
                  <a:pt x="2409299" y="869327"/>
                </a:cubicBezTo>
                <a:lnTo>
                  <a:pt x="108000" y="869327"/>
                </a:lnTo>
                <a:cubicBezTo>
                  <a:pt x="48384" y="869327"/>
                  <a:pt x="0" y="820943"/>
                  <a:pt x="0" y="761327"/>
                </a:cubicBezTo>
                <a:lnTo>
                  <a:pt x="0" y="108000"/>
                </a:lnTo>
                <a:cubicBezTo>
                  <a:pt x="0" y="48384"/>
                  <a:pt x="48384" y="0"/>
                  <a:pt x="108000" y="0"/>
                </a:cubicBezTo>
              </a:path>
            </a:pathLst>
          </a:custGeom>
          <a:gradFill>
            <a:gsLst>
              <a:gs pos="0">
                <a:schemeClr val="accent1"/>
              </a:gs>
              <a:gs pos="100000">
                <a:schemeClr val="accent1">
                  <a:lumMod val="50000"/>
                </a:schemeClr>
              </a:gs>
            </a:gsLst>
            <a:lin ang="5400000" scaled="1"/>
          </a:gradFill>
          <a:ln>
            <a:noFill/>
          </a:ln>
          <a:effectLst>
            <a:outerShdw blurRad="241300" dist="114300" dir="5400000" sx="93000" sy="93000" algn="t" rotWithShape="0">
              <a:schemeClr val="accent1">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66" name="文本框 65">
            <a:extLst>
              <a:ext uri="{FF2B5EF4-FFF2-40B4-BE49-F238E27FC236}">
                <a16:creationId xmlns:a16="http://schemas.microsoft.com/office/drawing/2014/main" id="{F9C35E48-D888-7437-7C43-9C2B08863B9A}"/>
              </a:ext>
            </a:extLst>
          </p:cNvPr>
          <p:cNvSpPr txBox="1"/>
          <p:nvPr/>
        </p:nvSpPr>
        <p:spPr>
          <a:xfrm>
            <a:off x="3832028" y="1305376"/>
            <a:ext cx="16483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prstClr val="white"/>
                </a:solidFill>
                <a:effectLst/>
                <a:uLnTx/>
                <a:uFillTx/>
                <a:latin typeface="+mj-ea"/>
                <a:ea typeface="+mj-ea"/>
                <a:cs typeface="+mn-cs"/>
              </a:rPr>
              <a:t>实验方法二</a:t>
            </a:r>
          </a:p>
        </p:txBody>
      </p:sp>
      <p:cxnSp>
        <p:nvCxnSpPr>
          <p:cNvPr id="67" name="直接连接符 66">
            <a:extLst>
              <a:ext uri="{FF2B5EF4-FFF2-40B4-BE49-F238E27FC236}">
                <a16:creationId xmlns:a16="http://schemas.microsoft.com/office/drawing/2014/main" id="{AA9E7BF9-6B4B-742D-B81B-BDD7E45B8514}"/>
              </a:ext>
            </a:extLst>
          </p:cNvPr>
          <p:cNvCxnSpPr>
            <a:cxnSpLocks/>
          </p:cNvCxnSpPr>
          <p:nvPr/>
        </p:nvCxnSpPr>
        <p:spPr>
          <a:xfrm>
            <a:off x="3441403" y="6049191"/>
            <a:ext cx="2424680" cy="0"/>
          </a:xfrm>
          <a:prstGeom prst="lin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68" name="文本框 67">
            <a:extLst>
              <a:ext uri="{FF2B5EF4-FFF2-40B4-BE49-F238E27FC236}">
                <a16:creationId xmlns:a16="http://schemas.microsoft.com/office/drawing/2014/main" id="{13741C9F-FF02-A27E-6641-5B1A23A5BB5B}"/>
              </a:ext>
            </a:extLst>
          </p:cNvPr>
          <p:cNvSpPr txBox="1"/>
          <p:nvPr/>
        </p:nvSpPr>
        <p:spPr>
          <a:xfrm>
            <a:off x="3945857" y="1976770"/>
            <a:ext cx="1415772"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j-ea"/>
                <a:ea typeface="+mj-ea"/>
                <a:cs typeface="+mn-cs"/>
              </a:rPr>
              <a:t>实验目的</a:t>
            </a:r>
          </a:p>
        </p:txBody>
      </p:sp>
      <p:sp>
        <p:nvSpPr>
          <p:cNvPr id="69" name="文本框 68">
            <a:extLst>
              <a:ext uri="{FF2B5EF4-FFF2-40B4-BE49-F238E27FC236}">
                <a16:creationId xmlns:a16="http://schemas.microsoft.com/office/drawing/2014/main" id="{DE1D14F1-E329-56CF-8C6C-7A6BDF3D9F5F}"/>
              </a:ext>
            </a:extLst>
          </p:cNvPr>
          <p:cNvSpPr txBox="1"/>
          <p:nvPr/>
        </p:nvSpPr>
        <p:spPr>
          <a:xfrm>
            <a:off x="3490094" y="2495220"/>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70" name="文本框 69">
            <a:extLst>
              <a:ext uri="{FF2B5EF4-FFF2-40B4-BE49-F238E27FC236}">
                <a16:creationId xmlns:a16="http://schemas.microsoft.com/office/drawing/2014/main" id="{B9E7000B-C93E-E553-F560-AD38A075CDB2}"/>
              </a:ext>
            </a:extLst>
          </p:cNvPr>
          <p:cNvSpPr txBox="1"/>
          <p:nvPr/>
        </p:nvSpPr>
        <p:spPr>
          <a:xfrm>
            <a:off x="3490094" y="3930612"/>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72" name="矩形 71">
            <a:extLst>
              <a:ext uri="{FF2B5EF4-FFF2-40B4-BE49-F238E27FC236}">
                <a16:creationId xmlns:a16="http://schemas.microsoft.com/office/drawing/2014/main" id="{C479E971-EE74-1147-517D-72A83C0D1EAD}"/>
              </a:ext>
            </a:extLst>
          </p:cNvPr>
          <p:cNvSpPr/>
          <p:nvPr/>
        </p:nvSpPr>
        <p:spPr>
          <a:xfrm>
            <a:off x="6328724" y="1261292"/>
            <a:ext cx="2424681" cy="4787899"/>
          </a:xfrm>
          <a:prstGeom prst="rect">
            <a:avLst/>
          </a:prstGeom>
          <a:gradFill flip="none" rotWithShape="1">
            <a:gsLst>
              <a:gs pos="0">
                <a:schemeClr val="accent1">
                  <a:lumMod val="20000"/>
                  <a:lumOff val="80000"/>
                  <a:alpha val="0"/>
                </a:schemeClr>
              </a:gs>
              <a:gs pos="100000">
                <a:schemeClr val="accent1">
                  <a:lumMod val="40000"/>
                  <a:lumOff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73" name="矩形 106">
            <a:extLst>
              <a:ext uri="{FF2B5EF4-FFF2-40B4-BE49-F238E27FC236}">
                <a16:creationId xmlns:a16="http://schemas.microsoft.com/office/drawing/2014/main" id="{CF849516-0DD4-3164-12D8-D8CDAE1AECB4}"/>
              </a:ext>
            </a:extLst>
          </p:cNvPr>
          <p:cNvSpPr/>
          <p:nvPr/>
        </p:nvSpPr>
        <p:spPr>
          <a:xfrm>
            <a:off x="6333486" y="1152546"/>
            <a:ext cx="2420102" cy="705771"/>
          </a:xfrm>
          <a:custGeom>
            <a:avLst/>
            <a:gdLst>
              <a:gd name="connsiteX0" fmla="*/ 108000 w 2517299"/>
              <a:gd name="connsiteY0" fmla="*/ 0 h 869327"/>
              <a:gd name="connsiteX1" fmla="*/ 2409299 w 2517299"/>
              <a:gd name="connsiteY1" fmla="*/ 0 h 869327"/>
              <a:gd name="connsiteX2" fmla="*/ 2517299 w 2517299"/>
              <a:gd name="connsiteY2" fmla="*/ 108000 h 869327"/>
              <a:gd name="connsiteX3" fmla="*/ 2517299 w 2517299"/>
              <a:gd name="connsiteY3" fmla="*/ 761327 h 869327"/>
              <a:gd name="connsiteX4" fmla="*/ 2409299 w 2517299"/>
              <a:gd name="connsiteY4" fmla="*/ 869327 h 869327"/>
              <a:gd name="connsiteX5" fmla="*/ 108000 w 2517299"/>
              <a:gd name="connsiteY5" fmla="*/ 869327 h 869327"/>
              <a:gd name="connsiteX6" fmla="*/ 0 w 2517299"/>
              <a:gd name="connsiteY6" fmla="*/ 761327 h 869327"/>
              <a:gd name="connsiteX7" fmla="*/ 0 w 2517299"/>
              <a:gd name="connsiteY7" fmla="*/ 108000 h 869327"/>
              <a:gd name="connsiteX8" fmla="*/ 108000 w 2517299"/>
              <a:gd name="connsiteY8" fmla="*/ 0 h 86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99" h="869327">
                <a:moveTo>
                  <a:pt x="108000" y="0"/>
                </a:moveTo>
                <a:lnTo>
                  <a:pt x="2409299" y="0"/>
                </a:lnTo>
                <a:cubicBezTo>
                  <a:pt x="2468915" y="0"/>
                  <a:pt x="2517299" y="48384"/>
                  <a:pt x="2517299" y="108000"/>
                </a:cubicBezTo>
                <a:lnTo>
                  <a:pt x="2517299" y="761327"/>
                </a:lnTo>
                <a:cubicBezTo>
                  <a:pt x="2517299" y="820943"/>
                  <a:pt x="2468915" y="869327"/>
                  <a:pt x="2409299" y="869327"/>
                </a:cubicBezTo>
                <a:lnTo>
                  <a:pt x="108000" y="869327"/>
                </a:lnTo>
                <a:cubicBezTo>
                  <a:pt x="48384" y="869327"/>
                  <a:pt x="0" y="820943"/>
                  <a:pt x="0" y="761327"/>
                </a:cubicBezTo>
                <a:lnTo>
                  <a:pt x="0" y="108000"/>
                </a:lnTo>
                <a:cubicBezTo>
                  <a:pt x="0" y="48384"/>
                  <a:pt x="48384" y="0"/>
                  <a:pt x="108000" y="0"/>
                </a:cubicBezTo>
              </a:path>
            </a:pathLst>
          </a:custGeom>
          <a:gradFill>
            <a:gsLst>
              <a:gs pos="0">
                <a:schemeClr val="accent1"/>
              </a:gs>
              <a:gs pos="100000">
                <a:schemeClr val="accent1">
                  <a:lumMod val="50000"/>
                </a:schemeClr>
              </a:gs>
            </a:gsLst>
            <a:lin ang="5400000" scaled="1"/>
          </a:gradFill>
          <a:ln>
            <a:noFill/>
          </a:ln>
          <a:effectLst>
            <a:outerShdw blurRad="241300" dist="114300" dir="5400000" sx="93000" sy="93000" algn="t" rotWithShape="0">
              <a:schemeClr val="accent1">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74" name="文本框 73">
            <a:extLst>
              <a:ext uri="{FF2B5EF4-FFF2-40B4-BE49-F238E27FC236}">
                <a16:creationId xmlns:a16="http://schemas.microsoft.com/office/drawing/2014/main" id="{2952242C-33D8-1EB5-8F74-89C89B6D2751}"/>
              </a:ext>
            </a:extLst>
          </p:cNvPr>
          <p:cNvSpPr txBox="1"/>
          <p:nvPr/>
        </p:nvSpPr>
        <p:spPr>
          <a:xfrm>
            <a:off x="6719349" y="1305376"/>
            <a:ext cx="16483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prstClr val="white"/>
                </a:solidFill>
                <a:effectLst/>
                <a:uLnTx/>
                <a:uFillTx/>
                <a:latin typeface="+mj-ea"/>
                <a:ea typeface="+mj-ea"/>
                <a:cs typeface="+mn-cs"/>
              </a:rPr>
              <a:t>实验方法三</a:t>
            </a:r>
          </a:p>
        </p:txBody>
      </p:sp>
      <p:cxnSp>
        <p:nvCxnSpPr>
          <p:cNvPr id="75" name="直接连接符 74">
            <a:extLst>
              <a:ext uri="{FF2B5EF4-FFF2-40B4-BE49-F238E27FC236}">
                <a16:creationId xmlns:a16="http://schemas.microsoft.com/office/drawing/2014/main" id="{B059D336-19D6-E13A-93DE-A736485B5ECC}"/>
              </a:ext>
            </a:extLst>
          </p:cNvPr>
          <p:cNvCxnSpPr>
            <a:cxnSpLocks/>
          </p:cNvCxnSpPr>
          <p:nvPr/>
        </p:nvCxnSpPr>
        <p:spPr>
          <a:xfrm>
            <a:off x="6328724" y="6049191"/>
            <a:ext cx="2424680" cy="0"/>
          </a:xfrm>
          <a:prstGeom prst="lin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76" name="文本框 75">
            <a:extLst>
              <a:ext uri="{FF2B5EF4-FFF2-40B4-BE49-F238E27FC236}">
                <a16:creationId xmlns:a16="http://schemas.microsoft.com/office/drawing/2014/main" id="{AF30F805-F36F-F7C2-BE0E-775D4F2CE5FA}"/>
              </a:ext>
            </a:extLst>
          </p:cNvPr>
          <p:cNvSpPr txBox="1"/>
          <p:nvPr/>
        </p:nvSpPr>
        <p:spPr>
          <a:xfrm>
            <a:off x="6833178" y="1976770"/>
            <a:ext cx="1415772"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j-ea"/>
                <a:ea typeface="+mj-ea"/>
                <a:cs typeface="+mn-cs"/>
              </a:rPr>
              <a:t>实验目的</a:t>
            </a:r>
          </a:p>
        </p:txBody>
      </p:sp>
      <p:sp>
        <p:nvSpPr>
          <p:cNvPr id="77" name="文本框 76">
            <a:extLst>
              <a:ext uri="{FF2B5EF4-FFF2-40B4-BE49-F238E27FC236}">
                <a16:creationId xmlns:a16="http://schemas.microsoft.com/office/drawing/2014/main" id="{A853F2FB-DE43-9293-7016-E1A3D9D35D4D}"/>
              </a:ext>
            </a:extLst>
          </p:cNvPr>
          <p:cNvSpPr txBox="1"/>
          <p:nvPr/>
        </p:nvSpPr>
        <p:spPr>
          <a:xfrm>
            <a:off x="6377415" y="2495220"/>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78" name="文本框 77">
            <a:extLst>
              <a:ext uri="{FF2B5EF4-FFF2-40B4-BE49-F238E27FC236}">
                <a16:creationId xmlns:a16="http://schemas.microsoft.com/office/drawing/2014/main" id="{B4FD5131-7B57-7595-377D-8CC4F9DC856B}"/>
              </a:ext>
            </a:extLst>
          </p:cNvPr>
          <p:cNvSpPr txBox="1"/>
          <p:nvPr/>
        </p:nvSpPr>
        <p:spPr>
          <a:xfrm>
            <a:off x="6377415" y="3930612"/>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80" name="矩形 79">
            <a:extLst>
              <a:ext uri="{FF2B5EF4-FFF2-40B4-BE49-F238E27FC236}">
                <a16:creationId xmlns:a16="http://schemas.microsoft.com/office/drawing/2014/main" id="{638DD17E-D1AA-C001-687D-0187EB909F9A}"/>
              </a:ext>
            </a:extLst>
          </p:cNvPr>
          <p:cNvSpPr/>
          <p:nvPr/>
        </p:nvSpPr>
        <p:spPr>
          <a:xfrm>
            <a:off x="9216044" y="1261292"/>
            <a:ext cx="2424681" cy="4787899"/>
          </a:xfrm>
          <a:prstGeom prst="rect">
            <a:avLst/>
          </a:prstGeom>
          <a:gradFill flip="none" rotWithShape="1">
            <a:gsLst>
              <a:gs pos="0">
                <a:schemeClr val="accent1">
                  <a:lumMod val="20000"/>
                  <a:lumOff val="80000"/>
                  <a:alpha val="0"/>
                </a:schemeClr>
              </a:gs>
              <a:gs pos="100000">
                <a:schemeClr val="accent1">
                  <a:lumMod val="40000"/>
                  <a:lumOff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81" name="矩形 106">
            <a:extLst>
              <a:ext uri="{FF2B5EF4-FFF2-40B4-BE49-F238E27FC236}">
                <a16:creationId xmlns:a16="http://schemas.microsoft.com/office/drawing/2014/main" id="{238E4EAA-11F1-7321-CE2E-920378A6EB2F}"/>
              </a:ext>
            </a:extLst>
          </p:cNvPr>
          <p:cNvSpPr/>
          <p:nvPr/>
        </p:nvSpPr>
        <p:spPr>
          <a:xfrm>
            <a:off x="9220806" y="1152546"/>
            <a:ext cx="2420102" cy="705771"/>
          </a:xfrm>
          <a:custGeom>
            <a:avLst/>
            <a:gdLst>
              <a:gd name="connsiteX0" fmla="*/ 108000 w 2517299"/>
              <a:gd name="connsiteY0" fmla="*/ 0 h 869327"/>
              <a:gd name="connsiteX1" fmla="*/ 2409299 w 2517299"/>
              <a:gd name="connsiteY1" fmla="*/ 0 h 869327"/>
              <a:gd name="connsiteX2" fmla="*/ 2517299 w 2517299"/>
              <a:gd name="connsiteY2" fmla="*/ 108000 h 869327"/>
              <a:gd name="connsiteX3" fmla="*/ 2517299 w 2517299"/>
              <a:gd name="connsiteY3" fmla="*/ 761327 h 869327"/>
              <a:gd name="connsiteX4" fmla="*/ 2409299 w 2517299"/>
              <a:gd name="connsiteY4" fmla="*/ 869327 h 869327"/>
              <a:gd name="connsiteX5" fmla="*/ 108000 w 2517299"/>
              <a:gd name="connsiteY5" fmla="*/ 869327 h 869327"/>
              <a:gd name="connsiteX6" fmla="*/ 0 w 2517299"/>
              <a:gd name="connsiteY6" fmla="*/ 761327 h 869327"/>
              <a:gd name="connsiteX7" fmla="*/ 0 w 2517299"/>
              <a:gd name="connsiteY7" fmla="*/ 108000 h 869327"/>
              <a:gd name="connsiteX8" fmla="*/ 108000 w 2517299"/>
              <a:gd name="connsiteY8" fmla="*/ 0 h 869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99" h="869327">
                <a:moveTo>
                  <a:pt x="108000" y="0"/>
                </a:moveTo>
                <a:lnTo>
                  <a:pt x="2409299" y="0"/>
                </a:lnTo>
                <a:cubicBezTo>
                  <a:pt x="2468915" y="0"/>
                  <a:pt x="2517299" y="48384"/>
                  <a:pt x="2517299" y="108000"/>
                </a:cubicBezTo>
                <a:lnTo>
                  <a:pt x="2517299" y="761327"/>
                </a:lnTo>
                <a:cubicBezTo>
                  <a:pt x="2517299" y="820943"/>
                  <a:pt x="2468915" y="869327"/>
                  <a:pt x="2409299" y="869327"/>
                </a:cubicBezTo>
                <a:lnTo>
                  <a:pt x="108000" y="869327"/>
                </a:lnTo>
                <a:cubicBezTo>
                  <a:pt x="48384" y="869327"/>
                  <a:pt x="0" y="820943"/>
                  <a:pt x="0" y="761327"/>
                </a:cubicBezTo>
                <a:lnTo>
                  <a:pt x="0" y="108000"/>
                </a:lnTo>
                <a:cubicBezTo>
                  <a:pt x="0" y="48384"/>
                  <a:pt x="48384" y="0"/>
                  <a:pt x="108000" y="0"/>
                </a:cubicBezTo>
              </a:path>
            </a:pathLst>
          </a:custGeom>
          <a:gradFill>
            <a:gsLst>
              <a:gs pos="0">
                <a:schemeClr val="accent1"/>
              </a:gs>
              <a:gs pos="100000">
                <a:schemeClr val="accent1">
                  <a:lumMod val="50000"/>
                </a:schemeClr>
              </a:gs>
            </a:gsLst>
            <a:lin ang="5400000" scaled="1"/>
          </a:gradFill>
          <a:ln>
            <a:noFill/>
          </a:ln>
          <a:effectLst>
            <a:outerShdw blurRad="241300" dist="114300" dir="5400000" sx="93000" sy="93000" algn="t" rotWithShape="0">
              <a:schemeClr val="accent1">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82" name="文本框 81">
            <a:extLst>
              <a:ext uri="{FF2B5EF4-FFF2-40B4-BE49-F238E27FC236}">
                <a16:creationId xmlns:a16="http://schemas.microsoft.com/office/drawing/2014/main" id="{A3301EF5-75EF-84FA-10C2-29303AB2DAC4}"/>
              </a:ext>
            </a:extLst>
          </p:cNvPr>
          <p:cNvSpPr txBox="1"/>
          <p:nvPr/>
        </p:nvSpPr>
        <p:spPr>
          <a:xfrm>
            <a:off x="9606669" y="1305376"/>
            <a:ext cx="164837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prstClr val="white"/>
                </a:solidFill>
                <a:effectLst/>
                <a:uLnTx/>
                <a:uFillTx/>
                <a:latin typeface="+mj-ea"/>
                <a:ea typeface="+mj-ea"/>
                <a:cs typeface="+mn-cs"/>
              </a:rPr>
              <a:t>实验方法四</a:t>
            </a:r>
          </a:p>
        </p:txBody>
      </p:sp>
      <p:cxnSp>
        <p:nvCxnSpPr>
          <p:cNvPr id="83" name="直接连接符 82">
            <a:extLst>
              <a:ext uri="{FF2B5EF4-FFF2-40B4-BE49-F238E27FC236}">
                <a16:creationId xmlns:a16="http://schemas.microsoft.com/office/drawing/2014/main" id="{BC000DA3-7615-43BE-B59D-B8959CDECA89}"/>
              </a:ext>
            </a:extLst>
          </p:cNvPr>
          <p:cNvCxnSpPr>
            <a:cxnSpLocks/>
          </p:cNvCxnSpPr>
          <p:nvPr/>
        </p:nvCxnSpPr>
        <p:spPr>
          <a:xfrm>
            <a:off x="9216044" y="6049191"/>
            <a:ext cx="2424680" cy="0"/>
          </a:xfrm>
          <a:prstGeom prst="lin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84" name="文本框 83">
            <a:extLst>
              <a:ext uri="{FF2B5EF4-FFF2-40B4-BE49-F238E27FC236}">
                <a16:creationId xmlns:a16="http://schemas.microsoft.com/office/drawing/2014/main" id="{5122E030-FB16-BA8C-FEC8-295B7964F0F3}"/>
              </a:ext>
            </a:extLst>
          </p:cNvPr>
          <p:cNvSpPr txBox="1"/>
          <p:nvPr/>
        </p:nvSpPr>
        <p:spPr>
          <a:xfrm>
            <a:off x="9720498" y="1976770"/>
            <a:ext cx="1415772"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j-ea"/>
                <a:ea typeface="+mj-ea"/>
                <a:cs typeface="+mn-cs"/>
              </a:rPr>
              <a:t>实验目的</a:t>
            </a:r>
          </a:p>
        </p:txBody>
      </p:sp>
      <p:sp>
        <p:nvSpPr>
          <p:cNvPr id="85" name="文本框 84">
            <a:extLst>
              <a:ext uri="{FF2B5EF4-FFF2-40B4-BE49-F238E27FC236}">
                <a16:creationId xmlns:a16="http://schemas.microsoft.com/office/drawing/2014/main" id="{0C156A07-A59B-A376-B9DA-01EEB23F0CCE}"/>
              </a:ext>
            </a:extLst>
          </p:cNvPr>
          <p:cNvSpPr txBox="1"/>
          <p:nvPr/>
        </p:nvSpPr>
        <p:spPr>
          <a:xfrm>
            <a:off x="9264735" y="2495220"/>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86" name="文本框 85">
            <a:extLst>
              <a:ext uri="{FF2B5EF4-FFF2-40B4-BE49-F238E27FC236}">
                <a16:creationId xmlns:a16="http://schemas.microsoft.com/office/drawing/2014/main" id="{69A22524-AE8E-38DD-5867-9382BD2BC2EE}"/>
              </a:ext>
            </a:extLst>
          </p:cNvPr>
          <p:cNvSpPr txBox="1"/>
          <p:nvPr/>
        </p:nvSpPr>
        <p:spPr>
          <a:xfrm>
            <a:off x="9264735" y="3930612"/>
            <a:ext cx="2327299" cy="1393779"/>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prstClr val="black"/>
                </a:solidFill>
                <a:effectLst/>
                <a:uLnTx/>
                <a:uFillTx/>
                <a:latin typeface="+mn-ea"/>
                <a:cs typeface="+mn-cs"/>
              </a:rPr>
              <a:t>请输入实验流程、具体实验内容以及设置该实验的目的和预期结果</a:t>
            </a:r>
            <a:endParaRPr kumimoji="0" lang="en-US" altLang="zh-CN" sz="1800" b="0" i="0" u="none" strike="noStrike" kern="1200" cap="none" spc="0" normalizeH="0" baseline="0" noProof="0" dirty="0">
              <a:ln>
                <a:noFill/>
              </a:ln>
              <a:solidFill>
                <a:prstClr val="black"/>
              </a:solidFill>
              <a:effectLst/>
              <a:uLnTx/>
              <a:uFillTx/>
              <a:latin typeface="+mn-ea"/>
              <a:cs typeface="+mn-cs"/>
            </a:endParaRPr>
          </a:p>
        </p:txBody>
      </p:sp>
      <p:sp>
        <p:nvSpPr>
          <p:cNvPr id="87" name="等腰三角形 86">
            <a:extLst>
              <a:ext uri="{FF2B5EF4-FFF2-40B4-BE49-F238E27FC236}">
                <a16:creationId xmlns:a16="http://schemas.microsoft.com/office/drawing/2014/main" id="{98FF2DFE-360C-C589-83E1-A1C6690191B5}"/>
              </a:ext>
            </a:extLst>
          </p:cNvPr>
          <p:cNvSpPr/>
          <p:nvPr/>
        </p:nvSpPr>
        <p:spPr>
          <a:xfrm rot="-1800000">
            <a:off x="2988875" y="1365687"/>
            <a:ext cx="324208" cy="27948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等腰三角形 87">
            <a:extLst>
              <a:ext uri="{FF2B5EF4-FFF2-40B4-BE49-F238E27FC236}">
                <a16:creationId xmlns:a16="http://schemas.microsoft.com/office/drawing/2014/main" id="{3F3BAAC1-C681-7D9E-4F87-D6B684EFE5D8}"/>
              </a:ext>
            </a:extLst>
          </p:cNvPr>
          <p:cNvSpPr/>
          <p:nvPr/>
        </p:nvSpPr>
        <p:spPr>
          <a:xfrm rot="-1800000">
            <a:off x="5879585" y="1365687"/>
            <a:ext cx="324208" cy="27948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等腰三角形 88">
            <a:extLst>
              <a:ext uri="{FF2B5EF4-FFF2-40B4-BE49-F238E27FC236}">
                <a16:creationId xmlns:a16="http://schemas.microsoft.com/office/drawing/2014/main" id="{F57B862C-AD5A-BE39-F221-BE7C16151CFF}"/>
              </a:ext>
            </a:extLst>
          </p:cNvPr>
          <p:cNvSpPr/>
          <p:nvPr/>
        </p:nvSpPr>
        <p:spPr>
          <a:xfrm rot="-1800000">
            <a:off x="8770295" y="1365687"/>
            <a:ext cx="324208" cy="27948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DEF73382-28FC-2BA7-DE6E-509C7A256D93}"/>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13</a:t>
            </a:r>
            <a:endParaRPr lang="zh-CN" altLang="en-US" sz="1400" b="1" dirty="0">
              <a:latin typeface="+mj-ea"/>
              <a:ea typeface="+mj-ea"/>
            </a:endParaRPr>
          </a:p>
        </p:txBody>
      </p:sp>
    </p:spTree>
    <p:extLst>
      <p:ext uri="{BB962C8B-B14F-4D97-AF65-F5344CB8AC3E}">
        <p14:creationId xmlns:p14="http://schemas.microsoft.com/office/powerpoint/2010/main" val="678941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a:extLst>
              <a:ext uri="{FF2B5EF4-FFF2-40B4-BE49-F238E27FC236}">
                <a16:creationId xmlns:a16="http://schemas.microsoft.com/office/drawing/2014/main" id="{ADD40F73-1ED1-4F01-0E9F-A2E45FD0CB96}"/>
              </a:ext>
            </a:extLst>
          </p:cNvPr>
          <p:cNvPicPr>
            <a:picLocks noChangeAspect="1"/>
          </p:cNvPicPr>
          <p:nvPr/>
        </p:nvPicPr>
        <p:blipFill>
          <a:blip r:embed="rId2">
            <a:extLst>
              <a:ext uri="{28A0092B-C50C-407E-A947-70E740481C1C}">
                <a14:useLocalDpi xmlns:a14="http://schemas.microsoft.com/office/drawing/2010/main" val="0"/>
              </a:ext>
            </a:extLst>
          </a:blip>
          <a:srcRect l="160" t="2337" r="385" b="3893"/>
          <a:stretch>
            <a:fillRect/>
          </a:stretch>
        </p:blipFill>
        <p:spPr>
          <a:xfrm>
            <a:off x="8249315" y="1816510"/>
            <a:ext cx="3284794" cy="1783422"/>
          </a:xfrm>
          <a:custGeom>
            <a:avLst/>
            <a:gdLst>
              <a:gd name="connsiteX0" fmla="*/ 114300 w 3284794"/>
              <a:gd name="connsiteY0" fmla="*/ 0 h 1783422"/>
              <a:gd name="connsiteX1" fmla="*/ 3170494 w 3284794"/>
              <a:gd name="connsiteY1" fmla="*/ 0 h 1783422"/>
              <a:gd name="connsiteX2" fmla="*/ 3284794 w 3284794"/>
              <a:gd name="connsiteY2" fmla="*/ 114300 h 1783422"/>
              <a:gd name="connsiteX3" fmla="*/ 3284794 w 3284794"/>
              <a:gd name="connsiteY3" fmla="*/ 1669122 h 1783422"/>
              <a:gd name="connsiteX4" fmla="*/ 3170494 w 3284794"/>
              <a:gd name="connsiteY4" fmla="*/ 1783422 h 1783422"/>
              <a:gd name="connsiteX5" fmla="*/ 114300 w 3284794"/>
              <a:gd name="connsiteY5" fmla="*/ 1783422 h 1783422"/>
              <a:gd name="connsiteX6" fmla="*/ 0 w 3284794"/>
              <a:gd name="connsiteY6" fmla="*/ 1669122 h 1783422"/>
              <a:gd name="connsiteX7" fmla="*/ 0 w 3284794"/>
              <a:gd name="connsiteY7" fmla="*/ 114300 h 1783422"/>
              <a:gd name="connsiteX8" fmla="*/ 114300 w 3284794"/>
              <a:gd name="connsiteY8" fmla="*/ 0 h 178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794" h="1783422">
                <a:moveTo>
                  <a:pt x="114300" y="0"/>
                </a:moveTo>
                <a:lnTo>
                  <a:pt x="3170494" y="0"/>
                </a:lnTo>
                <a:cubicBezTo>
                  <a:pt x="3233620" y="0"/>
                  <a:pt x="3284794" y="51174"/>
                  <a:pt x="3284794" y="114300"/>
                </a:cubicBezTo>
                <a:lnTo>
                  <a:pt x="3284794" y="1669122"/>
                </a:lnTo>
                <a:cubicBezTo>
                  <a:pt x="3284794" y="1732248"/>
                  <a:pt x="3233620" y="1783422"/>
                  <a:pt x="3170494" y="1783422"/>
                </a:cubicBezTo>
                <a:lnTo>
                  <a:pt x="114300" y="1783422"/>
                </a:lnTo>
                <a:cubicBezTo>
                  <a:pt x="51174" y="1783422"/>
                  <a:pt x="0" y="1732248"/>
                  <a:pt x="0" y="1669122"/>
                </a:cubicBezTo>
                <a:lnTo>
                  <a:pt x="0" y="114300"/>
                </a:lnTo>
                <a:cubicBezTo>
                  <a:pt x="0" y="51174"/>
                  <a:pt x="51174" y="0"/>
                  <a:pt x="114300" y="0"/>
                </a:cubicBezTo>
                <a:close/>
              </a:path>
            </a:pathLst>
          </a:custGeom>
          <a:ln>
            <a:solidFill>
              <a:schemeClr val="accent1"/>
            </a:solidFill>
          </a:ln>
        </p:spPr>
      </p:pic>
      <p:pic>
        <p:nvPicPr>
          <p:cNvPr id="52" name="图片 51">
            <a:extLst>
              <a:ext uri="{FF2B5EF4-FFF2-40B4-BE49-F238E27FC236}">
                <a16:creationId xmlns:a16="http://schemas.microsoft.com/office/drawing/2014/main" id="{7B66BAC0-954D-8E42-5D81-32B50CEB5937}"/>
              </a:ext>
            </a:extLst>
          </p:cNvPr>
          <p:cNvPicPr>
            <a:picLocks noChangeAspect="1"/>
          </p:cNvPicPr>
          <p:nvPr/>
        </p:nvPicPr>
        <p:blipFill>
          <a:blip r:embed="rId3">
            <a:extLst>
              <a:ext uri="{28A0092B-C50C-407E-A947-70E740481C1C}">
                <a14:useLocalDpi xmlns:a14="http://schemas.microsoft.com/office/drawing/2010/main" val="0"/>
              </a:ext>
            </a:extLst>
          </a:blip>
          <a:srcRect l="1707" t="917" r="1255" b="561"/>
          <a:stretch>
            <a:fillRect/>
          </a:stretch>
        </p:blipFill>
        <p:spPr>
          <a:xfrm>
            <a:off x="4453602" y="1816510"/>
            <a:ext cx="3284794" cy="1783422"/>
          </a:xfrm>
          <a:custGeom>
            <a:avLst/>
            <a:gdLst>
              <a:gd name="connsiteX0" fmla="*/ 114300 w 3284794"/>
              <a:gd name="connsiteY0" fmla="*/ 0 h 1783422"/>
              <a:gd name="connsiteX1" fmla="*/ 3170494 w 3284794"/>
              <a:gd name="connsiteY1" fmla="*/ 0 h 1783422"/>
              <a:gd name="connsiteX2" fmla="*/ 3284794 w 3284794"/>
              <a:gd name="connsiteY2" fmla="*/ 114300 h 1783422"/>
              <a:gd name="connsiteX3" fmla="*/ 3284794 w 3284794"/>
              <a:gd name="connsiteY3" fmla="*/ 1669122 h 1783422"/>
              <a:gd name="connsiteX4" fmla="*/ 3170494 w 3284794"/>
              <a:gd name="connsiteY4" fmla="*/ 1783422 h 1783422"/>
              <a:gd name="connsiteX5" fmla="*/ 114300 w 3284794"/>
              <a:gd name="connsiteY5" fmla="*/ 1783422 h 1783422"/>
              <a:gd name="connsiteX6" fmla="*/ 0 w 3284794"/>
              <a:gd name="connsiteY6" fmla="*/ 1669122 h 1783422"/>
              <a:gd name="connsiteX7" fmla="*/ 0 w 3284794"/>
              <a:gd name="connsiteY7" fmla="*/ 114300 h 1783422"/>
              <a:gd name="connsiteX8" fmla="*/ 114300 w 3284794"/>
              <a:gd name="connsiteY8" fmla="*/ 0 h 178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794" h="1783422">
                <a:moveTo>
                  <a:pt x="114300" y="0"/>
                </a:moveTo>
                <a:lnTo>
                  <a:pt x="3170494" y="0"/>
                </a:lnTo>
                <a:cubicBezTo>
                  <a:pt x="3233620" y="0"/>
                  <a:pt x="3284794" y="51174"/>
                  <a:pt x="3284794" y="114300"/>
                </a:cubicBezTo>
                <a:lnTo>
                  <a:pt x="3284794" y="1669122"/>
                </a:lnTo>
                <a:cubicBezTo>
                  <a:pt x="3284794" y="1732248"/>
                  <a:pt x="3233620" y="1783422"/>
                  <a:pt x="3170494" y="1783422"/>
                </a:cubicBezTo>
                <a:lnTo>
                  <a:pt x="114300" y="1783422"/>
                </a:lnTo>
                <a:cubicBezTo>
                  <a:pt x="51174" y="1783422"/>
                  <a:pt x="0" y="1732248"/>
                  <a:pt x="0" y="1669122"/>
                </a:cubicBezTo>
                <a:lnTo>
                  <a:pt x="0" y="114300"/>
                </a:lnTo>
                <a:cubicBezTo>
                  <a:pt x="0" y="51174"/>
                  <a:pt x="51174" y="0"/>
                  <a:pt x="114300" y="0"/>
                </a:cubicBezTo>
                <a:close/>
              </a:path>
            </a:pathLst>
          </a:custGeom>
          <a:ln>
            <a:solidFill>
              <a:schemeClr val="accent1"/>
            </a:solidFill>
          </a:ln>
        </p:spPr>
      </p:pic>
      <p:pic>
        <p:nvPicPr>
          <p:cNvPr id="47" name="图片 46">
            <a:extLst>
              <a:ext uri="{FF2B5EF4-FFF2-40B4-BE49-F238E27FC236}">
                <a16:creationId xmlns:a16="http://schemas.microsoft.com/office/drawing/2014/main" id="{289E109D-1D39-1903-4433-A157F3B46043}"/>
              </a:ext>
            </a:extLst>
          </p:cNvPr>
          <p:cNvPicPr>
            <a:picLocks noChangeAspect="1"/>
          </p:cNvPicPr>
          <p:nvPr/>
        </p:nvPicPr>
        <p:blipFill>
          <a:blip r:embed="rId4">
            <a:extLst>
              <a:ext uri="{28A0092B-C50C-407E-A947-70E740481C1C}">
                <a14:useLocalDpi xmlns:a14="http://schemas.microsoft.com/office/drawing/2010/main" val="0"/>
              </a:ext>
            </a:extLst>
          </a:blip>
          <a:srcRect l="629" t="22237" r="1346" b="9463"/>
          <a:stretch>
            <a:fillRect/>
          </a:stretch>
        </p:blipFill>
        <p:spPr>
          <a:xfrm>
            <a:off x="657890" y="1816510"/>
            <a:ext cx="3284794" cy="1783422"/>
          </a:xfrm>
          <a:custGeom>
            <a:avLst/>
            <a:gdLst>
              <a:gd name="connsiteX0" fmla="*/ 114300 w 3284794"/>
              <a:gd name="connsiteY0" fmla="*/ 0 h 1783422"/>
              <a:gd name="connsiteX1" fmla="*/ 3170494 w 3284794"/>
              <a:gd name="connsiteY1" fmla="*/ 0 h 1783422"/>
              <a:gd name="connsiteX2" fmla="*/ 3284794 w 3284794"/>
              <a:gd name="connsiteY2" fmla="*/ 114300 h 1783422"/>
              <a:gd name="connsiteX3" fmla="*/ 3284794 w 3284794"/>
              <a:gd name="connsiteY3" fmla="*/ 1669122 h 1783422"/>
              <a:gd name="connsiteX4" fmla="*/ 3170494 w 3284794"/>
              <a:gd name="connsiteY4" fmla="*/ 1783422 h 1783422"/>
              <a:gd name="connsiteX5" fmla="*/ 114300 w 3284794"/>
              <a:gd name="connsiteY5" fmla="*/ 1783422 h 1783422"/>
              <a:gd name="connsiteX6" fmla="*/ 0 w 3284794"/>
              <a:gd name="connsiteY6" fmla="*/ 1669122 h 1783422"/>
              <a:gd name="connsiteX7" fmla="*/ 0 w 3284794"/>
              <a:gd name="connsiteY7" fmla="*/ 114300 h 1783422"/>
              <a:gd name="connsiteX8" fmla="*/ 114300 w 3284794"/>
              <a:gd name="connsiteY8" fmla="*/ 0 h 178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4794" h="1783422">
                <a:moveTo>
                  <a:pt x="114300" y="0"/>
                </a:moveTo>
                <a:lnTo>
                  <a:pt x="3170494" y="0"/>
                </a:lnTo>
                <a:cubicBezTo>
                  <a:pt x="3233620" y="0"/>
                  <a:pt x="3284794" y="51174"/>
                  <a:pt x="3284794" y="114300"/>
                </a:cubicBezTo>
                <a:lnTo>
                  <a:pt x="3284794" y="1669122"/>
                </a:lnTo>
                <a:cubicBezTo>
                  <a:pt x="3284794" y="1732248"/>
                  <a:pt x="3233620" y="1783422"/>
                  <a:pt x="3170494" y="1783422"/>
                </a:cubicBezTo>
                <a:lnTo>
                  <a:pt x="114300" y="1783422"/>
                </a:lnTo>
                <a:cubicBezTo>
                  <a:pt x="51174" y="1783422"/>
                  <a:pt x="0" y="1732248"/>
                  <a:pt x="0" y="1669122"/>
                </a:cubicBezTo>
                <a:lnTo>
                  <a:pt x="0" y="114300"/>
                </a:lnTo>
                <a:cubicBezTo>
                  <a:pt x="0" y="51174"/>
                  <a:pt x="51174" y="0"/>
                  <a:pt x="114300" y="0"/>
                </a:cubicBezTo>
                <a:close/>
              </a:path>
            </a:pathLst>
          </a:custGeom>
          <a:ln w="9525">
            <a:solidFill>
              <a:schemeClr val="accent1"/>
            </a:solidFill>
          </a:ln>
        </p:spPr>
      </p:pic>
      <p:sp>
        <p:nvSpPr>
          <p:cNvPr id="2" name="文本框 1">
            <a:extLst>
              <a:ext uri="{FF2B5EF4-FFF2-40B4-BE49-F238E27FC236}">
                <a16:creationId xmlns:a16="http://schemas.microsoft.com/office/drawing/2014/main" id="{DD21C02E-1A97-804D-8463-CEC97286852E}"/>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2.4 </a:t>
            </a:r>
            <a:r>
              <a:rPr lang="zh-CN" altLang="en-US" sz="2400" b="1" spc="100" dirty="0">
                <a:solidFill>
                  <a:schemeClr val="accent1"/>
                </a:solidFill>
                <a:latin typeface="+mj-ea"/>
                <a:ea typeface="+mj-ea"/>
              </a:rPr>
              <a:t>实验结果及结论</a:t>
            </a:r>
          </a:p>
        </p:txBody>
      </p:sp>
      <p:sp>
        <p:nvSpPr>
          <p:cNvPr id="3" name="等腰三角形 2">
            <a:extLst>
              <a:ext uri="{FF2B5EF4-FFF2-40B4-BE49-F238E27FC236}">
                <a16:creationId xmlns:a16="http://schemas.microsoft.com/office/drawing/2014/main" id="{87FB5F6B-65B4-52FB-6915-1E43AC989EDE}"/>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800927D3-45AE-19CA-F031-A02EDA0EE174}"/>
              </a:ext>
            </a:extLst>
          </p:cNvPr>
          <p:cNvSpPr/>
          <p:nvPr/>
        </p:nvSpPr>
        <p:spPr>
          <a:xfrm>
            <a:off x="544333" y="1088200"/>
            <a:ext cx="3511909" cy="5114143"/>
          </a:xfrm>
          <a:prstGeom prst="roundRect">
            <a:avLst>
              <a:gd name="adj" fmla="val 2511"/>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矩形: 圆角 6">
            <a:extLst>
              <a:ext uri="{FF2B5EF4-FFF2-40B4-BE49-F238E27FC236}">
                <a16:creationId xmlns:a16="http://schemas.microsoft.com/office/drawing/2014/main" id="{762159BE-5A05-C34D-F7CA-C1615CFCC361}"/>
              </a:ext>
            </a:extLst>
          </p:cNvPr>
          <p:cNvSpPr/>
          <p:nvPr/>
        </p:nvSpPr>
        <p:spPr>
          <a:xfrm>
            <a:off x="657890" y="1225343"/>
            <a:ext cx="3284795" cy="463549"/>
          </a:xfrm>
          <a:prstGeom prst="roundRect">
            <a:avLst>
              <a:gd name="adj" fmla="val 2009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j-ea"/>
                <a:ea typeface="+mj-ea"/>
                <a:cs typeface="+mn-cs"/>
              </a:rPr>
              <a:t>请输入实验名称</a:t>
            </a:r>
          </a:p>
        </p:txBody>
      </p:sp>
      <p:sp>
        <p:nvSpPr>
          <p:cNvPr id="8" name="文本框 7">
            <a:extLst>
              <a:ext uri="{FF2B5EF4-FFF2-40B4-BE49-F238E27FC236}">
                <a16:creationId xmlns:a16="http://schemas.microsoft.com/office/drawing/2014/main" id="{1ADA9542-4563-726C-DED4-FA79CBD5120B}"/>
              </a:ext>
            </a:extLst>
          </p:cNvPr>
          <p:cNvSpPr txBox="1"/>
          <p:nvPr/>
        </p:nvSpPr>
        <p:spPr>
          <a:xfrm>
            <a:off x="1525076" y="3689450"/>
            <a:ext cx="1550425"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图</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请输入图示标题</a:t>
            </a:r>
          </a:p>
        </p:txBody>
      </p:sp>
      <p:sp>
        <p:nvSpPr>
          <p:cNvPr id="9" name="矩形: 圆角 8">
            <a:extLst>
              <a:ext uri="{FF2B5EF4-FFF2-40B4-BE49-F238E27FC236}">
                <a16:creationId xmlns:a16="http://schemas.microsoft.com/office/drawing/2014/main" id="{E768773B-2EAA-FABB-636E-4F85D55E0853}"/>
              </a:ext>
            </a:extLst>
          </p:cNvPr>
          <p:cNvSpPr/>
          <p:nvPr/>
        </p:nvSpPr>
        <p:spPr>
          <a:xfrm>
            <a:off x="657889" y="4055967"/>
            <a:ext cx="3284795" cy="2003355"/>
          </a:xfrm>
          <a:prstGeom prst="roundRect">
            <a:avLst>
              <a:gd name="adj" fmla="val 3849"/>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3B898C6F-531B-AEDD-4D12-B8F4E66F4DE7}"/>
              </a:ext>
            </a:extLst>
          </p:cNvPr>
          <p:cNvSpPr txBox="1"/>
          <p:nvPr/>
        </p:nvSpPr>
        <p:spPr>
          <a:xfrm>
            <a:off x="688284" y="4180257"/>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lang="zh-CN" altLang="en-US" sz="1400" dirty="0">
                <a:solidFill>
                  <a:prstClr val="black"/>
                </a:solidFill>
                <a:latin typeface="+mn-ea"/>
              </a:rPr>
              <a:t>请</a:t>
            </a:r>
            <a:r>
              <a:rPr kumimoji="0" lang="zh-CN" altLang="en-US" sz="1400" b="0" i="0" u="none" strike="noStrike" kern="1200" cap="none" spc="0" normalizeH="0" baseline="0" noProof="0" dirty="0">
                <a:ln>
                  <a:noFill/>
                </a:ln>
                <a:solidFill>
                  <a:prstClr val="black"/>
                </a:solidFill>
                <a:effectLst/>
                <a:uLnTx/>
                <a:uFillTx/>
                <a:latin typeface="+mn-ea"/>
                <a:cs typeface="+mn-cs"/>
              </a:rPr>
              <a:t>输入实验结果请输入实验结果请输入实验结果请输入实验结果请输入实验结果请输入实验结果；</a:t>
            </a:r>
          </a:p>
        </p:txBody>
      </p:sp>
      <p:sp>
        <p:nvSpPr>
          <p:cNvPr id="11" name="文本框 10">
            <a:extLst>
              <a:ext uri="{FF2B5EF4-FFF2-40B4-BE49-F238E27FC236}">
                <a16:creationId xmlns:a16="http://schemas.microsoft.com/office/drawing/2014/main" id="{F0A5D94D-82E7-4494-41FD-0D92B8AD197E}"/>
              </a:ext>
            </a:extLst>
          </p:cNvPr>
          <p:cNvSpPr txBox="1"/>
          <p:nvPr/>
        </p:nvSpPr>
        <p:spPr>
          <a:xfrm>
            <a:off x="688284" y="4998165"/>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kumimoji="0" lang="zh-CN" altLang="en-US" sz="1400" b="0" i="0" u="none" strike="noStrike" kern="1200" cap="none" spc="0" normalizeH="0" baseline="0" noProof="0" dirty="0">
                <a:ln>
                  <a:noFill/>
                </a:ln>
                <a:solidFill>
                  <a:prstClr val="black"/>
                </a:solidFill>
                <a:effectLst/>
                <a:uLnTx/>
                <a:uFillTx/>
                <a:latin typeface="+mn-ea"/>
                <a:cs typeface="+mn-cs"/>
              </a:rPr>
              <a:t>请输入实验结果请输入实验结果请输入实验结果请输入实验结果请输入实验结果请输入实验结果；</a:t>
            </a:r>
          </a:p>
        </p:txBody>
      </p:sp>
      <p:sp>
        <p:nvSpPr>
          <p:cNvPr id="13" name="矩形: 圆角 12">
            <a:extLst>
              <a:ext uri="{FF2B5EF4-FFF2-40B4-BE49-F238E27FC236}">
                <a16:creationId xmlns:a16="http://schemas.microsoft.com/office/drawing/2014/main" id="{63AB2C8D-D66F-0040-43AA-588CE346ECA0}"/>
              </a:ext>
            </a:extLst>
          </p:cNvPr>
          <p:cNvSpPr/>
          <p:nvPr/>
        </p:nvSpPr>
        <p:spPr>
          <a:xfrm>
            <a:off x="4340045" y="1088200"/>
            <a:ext cx="3511909" cy="5114143"/>
          </a:xfrm>
          <a:prstGeom prst="roundRect">
            <a:avLst>
              <a:gd name="adj" fmla="val 2511"/>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a:extLst>
              <a:ext uri="{FF2B5EF4-FFF2-40B4-BE49-F238E27FC236}">
                <a16:creationId xmlns:a16="http://schemas.microsoft.com/office/drawing/2014/main" id="{8DAFD061-B746-6791-12D2-72B9A6103C08}"/>
              </a:ext>
            </a:extLst>
          </p:cNvPr>
          <p:cNvSpPr/>
          <p:nvPr/>
        </p:nvSpPr>
        <p:spPr>
          <a:xfrm>
            <a:off x="4453602" y="1225343"/>
            <a:ext cx="3284795" cy="463549"/>
          </a:xfrm>
          <a:prstGeom prst="roundRect">
            <a:avLst>
              <a:gd name="adj" fmla="val 20092"/>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b="1" dirty="0">
                <a:solidFill>
                  <a:prstClr val="white"/>
                </a:solidFill>
                <a:latin typeface="+mj-ea"/>
                <a:ea typeface="+mj-ea"/>
              </a:rPr>
              <a:t>请输入实验名称</a:t>
            </a:r>
          </a:p>
        </p:txBody>
      </p:sp>
      <p:sp>
        <p:nvSpPr>
          <p:cNvPr id="15" name="文本框 14">
            <a:extLst>
              <a:ext uri="{FF2B5EF4-FFF2-40B4-BE49-F238E27FC236}">
                <a16:creationId xmlns:a16="http://schemas.microsoft.com/office/drawing/2014/main" id="{303243FC-9340-08A2-097E-75192917890C}"/>
              </a:ext>
            </a:extLst>
          </p:cNvPr>
          <p:cNvSpPr txBox="1"/>
          <p:nvPr/>
        </p:nvSpPr>
        <p:spPr>
          <a:xfrm>
            <a:off x="5323192" y="3689450"/>
            <a:ext cx="154561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图</a:t>
            </a:r>
            <a:r>
              <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2 </a:t>
            </a:r>
            <a:r>
              <a:rPr kumimoji="0" lang="zh-CN" altLang="en-US"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请输入图示标题</a:t>
            </a:r>
          </a:p>
        </p:txBody>
      </p:sp>
      <p:sp>
        <p:nvSpPr>
          <p:cNvPr id="16" name="矩形: 圆角 15">
            <a:extLst>
              <a:ext uri="{FF2B5EF4-FFF2-40B4-BE49-F238E27FC236}">
                <a16:creationId xmlns:a16="http://schemas.microsoft.com/office/drawing/2014/main" id="{E70A5CCC-B05D-5F03-9AE2-8EA960679CF6}"/>
              </a:ext>
            </a:extLst>
          </p:cNvPr>
          <p:cNvSpPr/>
          <p:nvPr/>
        </p:nvSpPr>
        <p:spPr>
          <a:xfrm>
            <a:off x="4453601" y="4055967"/>
            <a:ext cx="3284795" cy="2003355"/>
          </a:xfrm>
          <a:prstGeom prst="roundRect">
            <a:avLst>
              <a:gd name="adj" fmla="val 3849"/>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EA50FC70-DBC3-7FB6-113A-C2CB85A25D60}"/>
              </a:ext>
            </a:extLst>
          </p:cNvPr>
          <p:cNvSpPr/>
          <p:nvPr/>
        </p:nvSpPr>
        <p:spPr>
          <a:xfrm>
            <a:off x="8135758" y="1088200"/>
            <a:ext cx="3511909" cy="5114143"/>
          </a:xfrm>
          <a:prstGeom prst="roundRect">
            <a:avLst>
              <a:gd name="adj" fmla="val 2511"/>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圆角 22">
            <a:extLst>
              <a:ext uri="{FF2B5EF4-FFF2-40B4-BE49-F238E27FC236}">
                <a16:creationId xmlns:a16="http://schemas.microsoft.com/office/drawing/2014/main" id="{4F92373C-F904-A58E-C612-3286BB30B1C5}"/>
              </a:ext>
            </a:extLst>
          </p:cNvPr>
          <p:cNvSpPr/>
          <p:nvPr/>
        </p:nvSpPr>
        <p:spPr>
          <a:xfrm>
            <a:off x="8249315" y="1225343"/>
            <a:ext cx="3284795" cy="463549"/>
          </a:xfrm>
          <a:prstGeom prst="roundRect">
            <a:avLst>
              <a:gd name="adj" fmla="val 2009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b="1" dirty="0">
                <a:solidFill>
                  <a:prstClr val="white"/>
                </a:solidFill>
                <a:latin typeface="+mj-ea"/>
                <a:ea typeface="+mj-ea"/>
              </a:rPr>
              <a:t>请输入实验名称</a:t>
            </a:r>
          </a:p>
        </p:txBody>
      </p:sp>
      <p:sp>
        <p:nvSpPr>
          <p:cNvPr id="24" name="文本框 23">
            <a:extLst>
              <a:ext uri="{FF2B5EF4-FFF2-40B4-BE49-F238E27FC236}">
                <a16:creationId xmlns:a16="http://schemas.microsoft.com/office/drawing/2014/main" id="{0FC37023-F742-618A-4E5C-C72E8CD4633E}"/>
              </a:ext>
            </a:extLst>
          </p:cNvPr>
          <p:cNvSpPr txBox="1"/>
          <p:nvPr/>
        </p:nvSpPr>
        <p:spPr>
          <a:xfrm>
            <a:off x="9118905" y="3689450"/>
            <a:ext cx="154561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图</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请输入图示标题</a:t>
            </a:r>
          </a:p>
        </p:txBody>
      </p:sp>
      <p:sp>
        <p:nvSpPr>
          <p:cNvPr id="25" name="矩形: 圆角 24">
            <a:extLst>
              <a:ext uri="{FF2B5EF4-FFF2-40B4-BE49-F238E27FC236}">
                <a16:creationId xmlns:a16="http://schemas.microsoft.com/office/drawing/2014/main" id="{73F13F72-CA79-7578-D98B-590600C4539C}"/>
              </a:ext>
            </a:extLst>
          </p:cNvPr>
          <p:cNvSpPr/>
          <p:nvPr/>
        </p:nvSpPr>
        <p:spPr>
          <a:xfrm>
            <a:off x="8249314" y="4055967"/>
            <a:ext cx="3284795" cy="2003355"/>
          </a:xfrm>
          <a:prstGeom prst="roundRect">
            <a:avLst>
              <a:gd name="adj" fmla="val 3849"/>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a:extLst>
              <a:ext uri="{FF2B5EF4-FFF2-40B4-BE49-F238E27FC236}">
                <a16:creationId xmlns:a16="http://schemas.microsoft.com/office/drawing/2014/main" id="{726DF50A-C8F4-B3AB-4989-8625FE52EE5F}"/>
              </a:ext>
            </a:extLst>
          </p:cNvPr>
          <p:cNvSpPr txBox="1"/>
          <p:nvPr/>
        </p:nvSpPr>
        <p:spPr>
          <a:xfrm>
            <a:off x="4483997" y="4180257"/>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lang="zh-CN" altLang="en-US" sz="1400" dirty="0">
                <a:solidFill>
                  <a:prstClr val="black"/>
                </a:solidFill>
                <a:latin typeface="+mn-ea"/>
              </a:rPr>
              <a:t>请</a:t>
            </a:r>
            <a:r>
              <a:rPr kumimoji="0" lang="zh-CN" altLang="en-US" sz="1400" b="0" i="0" u="none" strike="noStrike" kern="1200" cap="none" spc="0" normalizeH="0" baseline="0" noProof="0" dirty="0">
                <a:ln>
                  <a:noFill/>
                </a:ln>
                <a:solidFill>
                  <a:prstClr val="black"/>
                </a:solidFill>
                <a:effectLst/>
                <a:uLnTx/>
                <a:uFillTx/>
                <a:latin typeface="+mn-ea"/>
                <a:cs typeface="+mn-cs"/>
              </a:rPr>
              <a:t>输入实验结果请输入实验结果请输入实验结果请输入实验结果请输入实验结果请输入实验结果；</a:t>
            </a:r>
          </a:p>
        </p:txBody>
      </p:sp>
      <p:sp>
        <p:nvSpPr>
          <p:cNvPr id="36" name="文本框 35">
            <a:extLst>
              <a:ext uri="{FF2B5EF4-FFF2-40B4-BE49-F238E27FC236}">
                <a16:creationId xmlns:a16="http://schemas.microsoft.com/office/drawing/2014/main" id="{8EBD82D9-1C18-C615-2291-BF6CDA255056}"/>
              </a:ext>
            </a:extLst>
          </p:cNvPr>
          <p:cNvSpPr txBox="1"/>
          <p:nvPr/>
        </p:nvSpPr>
        <p:spPr>
          <a:xfrm>
            <a:off x="4483997" y="4998165"/>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kumimoji="0" lang="zh-CN" altLang="en-US" sz="1400" b="0" i="0" u="none" strike="noStrike" kern="1200" cap="none" spc="0" normalizeH="0" baseline="0" noProof="0" dirty="0">
                <a:ln>
                  <a:noFill/>
                </a:ln>
                <a:solidFill>
                  <a:prstClr val="black"/>
                </a:solidFill>
                <a:effectLst/>
                <a:uLnTx/>
                <a:uFillTx/>
                <a:latin typeface="+mn-ea"/>
                <a:cs typeface="+mn-cs"/>
              </a:rPr>
              <a:t>请输入实验结果请输入实验结果请输入实验结果请输入实验结果请输入实验结果请输入实验结果；</a:t>
            </a:r>
          </a:p>
        </p:txBody>
      </p:sp>
      <p:sp>
        <p:nvSpPr>
          <p:cNvPr id="38" name="文本框 37">
            <a:extLst>
              <a:ext uri="{FF2B5EF4-FFF2-40B4-BE49-F238E27FC236}">
                <a16:creationId xmlns:a16="http://schemas.microsoft.com/office/drawing/2014/main" id="{2F1CC981-DB83-A754-EDEE-18A818F42E0E}"/>
              </a:ext>
            </a:extLst>
          </p:cNvPr>
          <p:cNvSpPr txBox="1"/>
          <p:nvPr/>
        </p:nvSpPr>
        <p:spPr>
          <a:xfrm>
            <a:off x="8314450" y="4180257"/>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lang="zh-CN" altLang="en-US" sz="1400" dirty="0">
                <a:solidFill>
                  <a:prstClr val="black"/>
                </a:solidFill>
                <a:latin typeface="+mn-ea"/>
              </a:rPr>
              <a:t>请</a:t>
            </a:r>
            <a:r>
              <a:rPr kumimoji="0" lang="zh-CN" altLang="en-US" sz="1400" b="0" i="0" u="none" strike="noStrike" kern="1200" cap="none" spc="0" normalizeH="0" baseline="0" noProof="0" dirty="0">
                <a:ln>
                  <a:noFill/>
                </a:ln>
                <a:solidFill>
                  <a:prstClr val="black"/>
                </a:solidFill>
                <a:effectLst/>
                <a:uLnTx/>
                <a:uFillTx/>
                <a:latin typeface="+mn-ea"/>
                <a:cs typeface="+mn-cs"/>
              </a:rPr>
              <a:t>输入实验结果请输入实验结果请输入实验结果请输入实验结果请输入实验结果请输入实验结果；</a:t>
            </a:r>
          </a:p>
        </p:txBody>
      </p:sp>
      <p:sp>
        <p:nvSpPr>
          <p:cNvPr id="39" name="文本框 38">
            <a:extLst>
              <a:ext uri="{FF2B5EF4-FFF2-40B4-BE49-F238E27FC236}">
                <a16:creationId xmlns:a16="http://schemas.microsoft.com/office/drawing/2014/main" id="{DF4AC07D-37A1-37DA-131E-C69F11C8DE9A}"/>
              </a:ext>
            </a:extLst>
          </p:cNvPr>
          <p:cNvSpPr txBox="1"/>
          <p:nvPr/>
        </p:nvSpPr>
        <p:spPr>
          <a:xfrm>
            <a:off x="8314450" y="4998165"/>
            <a:ext cx="3224004" cy="73866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
                <a:srgbClr val="8B0012"/>
              </a:buClr>
              <a:buSzTx/>
              <a:buFont typeface="Wingdings" panose="05000000000000000000" pitchFamily="2" charset="2"/>
              <a:buChar char="ü"/>
              <a:tabLst/>
              <a:defRPr/>
            </a:pPr>
            <a:r>
              <a:rPr kumimoji="0" lang="zh-CN" altLang="en-US" sz="1400" b="0" i="0" u="none" strike="noStrike" kern="1200" cap="none" spc="0" normalizeH="0" baseline="0" noProof="0" dirty="0">
                <a:ln>
                  <a:noFill/>
                </a:ln>
                <a:solidFill>
                  <a:prstClr val="black"/>
                </a:solidFill>
                <a:effectLst/>
                <a:uLnTx/>
                <a:uFillTx/>
                <a:latin typeface="+mn-ea"/>
                <a:cs typeface="+mn-cs"/>
              </a:rPr>
              <a:t>请输入实验结果请输入实验结果请输入实验结果请输入实验结果请输入实验结果请输入实验结果；</a:t>
            </a:r>
          </a:p>
        </p:txBody>
      </p:sp>
      <p:sp>
        <p:nvSpPr>
          <p:cNvPr id="4" name="矩形 3">
            <a:extLst>
              <a:ext uri="{FF2B5EF4-FFF2-40B4-BE49-F238E27FC236}">
                <a16:creationId xmlns:a16="http://schemas.microsoft.com/office/drawing/2014/main" id="{0ADBA658-6D17-A179-B57A-7F17CEE83B43}"/>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14</a:t>
            </a:r>
            <a:endParaRPr lang="zh-CN" altLang="en-US" sz="1400" b="1" dirty="0">
              <a:latin typeface="+mj-ea"/>
              <a:ea typeface="+mj-ea"/>
            </a:endParaRPr>
          </a:p>
        </p:txBody>
      </p:sp>
    </p:spTree>
    <p:extLst>
      <p:ext uri="{BB962C8B-B14F-4D97-AF65-F5344CB8AC3E}">
        <p14:creationId xmlns:p14="http://schemas.microsoft.com/office/powerpoint/2010/main" val="4030070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01B939-1BF4-2FA0-1EDD-57711078AE13}"/>
              </a:ext>
            </a:extLst>
          </p:cNvPr>
          <p:cNvSpPr txBox="1"/>
          <p:nvPr/>
        </p:nvSpPr>
        <p:spPr>
          <a:xfrm>
            <a:off x="1465287" y="2283170"/>
            <a:ext cx="9145554"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sz="2000" b="1" dirty="0">
                <a:solidFill>
                  <a:schemeClr val="bg1">
                    <a:lumMod val="85000"/>
                  </a:schemeClr>
                </a:solidFill>
                <a:latin typeface="+mj-ea"/>
                <a:ea typeface="+mj-ea"/>
              </a:rPr>
              <a:t>Cold and hot </a:t>
            </a:r>
            <a:r>
              <a:rPr lang="en-US" altLang="zh-CN" sz="2000" b="1" dirty="0" err="1">
                <a:solidFill>
                  <a:schemeClr val="bg1">
                    <a:lumMod val="85000"/>
                  </a:schemeClr>
                </a:solidFill>
                <a:latin typeface="+mj-ea"/>
                <a:ea typeface="+mj-ea"/>
              </a:rPr>
              <a:t>tumors:from</a:t>
            </a:r>
            <a:r>
              <a:rPr lang="en-US" altLang="zh-CN" sz="2000" b="1" dirty="0">
                <a:solidFill>
                  <a:schemeClr val="bg1">
                    <a:lumMod val="85000"/>
                  </a:schemeClr>
                </a:solidFill>
                <a:latin typeface="+mj-ea"/>
                <a:ea typeface="+mj-ea"/>
              </a:rPr>
              <a:t> molecular mechanisms to targeted therapy</a:t>
            </a:r>
          </a:p>
        </p:txBody>
      </p:sp>
      <p:sp>
        <p:nvSpPr>
          <p:cNvPr id="3" name="矩形: 圆角 2">
            <a:extLst>
              <a:ext uri="{FF2B5EF4-FFF2-40B4-BE49-F238E27FC236}">
                <a16:creationId xmlns:a16="http://schemas.microsoft.com/office/drawing/2014/main" id="{EE79958F-460B-3A8E-CA29-6B2DA9FE6D6A}"/>
              </a:ext>
            </a:extLst>
          </p:cNvPr>
          <p:cNvSpPr/>
          <p:nvPr/>
        </p:nvSpPr>
        <p:spPr>
          <a:xfrm>
            <a:off x="722337" y="2164867"/>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US" altLang="zh-CN" sz="2800" b="1" dirty="0">
                <a:solidFill>
                  <a:prstClr val="white">
                    <a:alpha val="70000"/>
                  </a:prstClr>
                </a:solidFill>
                <a:latin typeface="+mj-ea"/>
                <a:ea typeface="+mj-ea"/>
              </a:rPr>
              <a:t>01</a:t>
            </a:r>
            <a:endParaRPr lang="zh-CN" altLang="en-US" sz="2800" b="1" dirty="0">
              <a:solidFill>
                <a:prstClr val="white">
                  <a:alpha val="70000"/>
                </a:prstClr>
              </a:solidFill>
              <a:latin typeface="+mj-ea"/>
              <a:ea typeface="+mj-ea"/>
            </a:endParaRPr>
          </a:p>
        </p:txBody>
      </p:sp>
      <p:sp>
        <p:nvSpPr>
          <p:cNvPr id="4" name="文本框 3">
            <a:extLst>
              <a:ext uri="{FF2B5EF4-FFF2-40B4-BE49-F238E27FC236}">
                <a16:creationId xmlns:a16="http://schemas.microsoft.com/office/drawing/2014/main" id="{6F3A3C92-ABDF-5DBA-E30E-9FEEEE77627A}"/>
              </a:ext>
            </a:extLst>
          </p:cNvPr>
          <p:cNvSpPr txBox="1"/>
          <p:nvPr/>
        </p:nvSpPr>
        <p:spPr>
          <a:xfrm>
            <a:off x="1465286" y="3240819"/>
            <a:ext cx="10004377"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Cancer cells impair monocyte-mediated T cell stimulation to evade immunity</a:t>
            </a:r>
          </a:p>
        </p:txBody>
      </p:sp>
      <p:sp>
        <p:nvSpPr>
          <p:cNvPr id="5" name="矩形: 圆角 4">
            <a:extLst>
              <a:ext uri="{FF2B5EF4-FFF2-40B4-BE49-F238E27FC236}">
                <a16:creationId xmlns:a16="http://schemas.microsoft.com/office/drawing/2014/main" id="{AEBCB864-4262-8630-3A9E-6AFAE8AEDCAE}"/>
              </a:ext>
            </a:extLst>
          </p:cNvPr>
          <p:cNvSpPr/>
          <p:nvPr/>
        </p:nvSpPr>
        <p:spPr>
          <a:xfrm>
            <a:off x="722337" y="3122516"/>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02</a:t>
            </a:r>
            <a:endParaRPr lang="zh-CN" altLang="en-US" sz="2800" b="1" dirty="0">
              <a:solidFill>
                <a:prstClr val="white">
                  <a:alpha val="70000"/>
                </a:prstClr>
              </a:solidFill>
              <a:latin typeface="+mj-ea"/>
              <a:ea typeface="+mj-ea"/>
            </a:endParaRPr>
          </a:p>
        </p:txBody>
      </p:sp>
      <p:sp>
        <p:nvSpPr>
          <p:cNvPr id="6" name="文本框 5">
            <a:extLst>
              <a:ext uri="{FF2B5EF4-FFF2-40B4-BE49-F238E27FC236}">
                <a16:creationId xmlns:a16="http://schemas.microsoft.com/office/drawing/2014/main" id="{C03ABFB6-5482-BA11-BDB2-4179D0770536}"/>
              </a:ext>
            </a:extLst>
          </p:cNvPr>
          <p:cNvSpPr txBox="1"/>
          <p:nvPr/>
        </p:nvSpPr>
        <p:spPr>
          <a:xfrm>
            <a:off x="1465287" y="4198468"/>
            <a:ext cx="8270580" cy="400110"/>
          </a:xfrm>
          <a:prstGeom prst="rect">
            <a:avLst/>
          </a:prstGeom>
          <a:noFill/>
        </p:spPr>
        <p:txBody>
          <a:bodyPr wrap="square">
            <a:spAutoFit/>
          </a:bodyPr>
          <a:lstStyle/>
          <a:p>
            <a:pPr>
              <a:defRPr/>
            </a:pPr>
            <a:r>
              <a:rPr lang="en-US" altLang="zh-CN" sz="2000" b="1" dirty="0">
                <a:latin typeface="+mj-ea"/>
                <a:ea typeface="+mj-ea"/>
              </a:rPr>
              <a:t>PD-1-PD-L1 immune-checkpoint blockade in B-cell lymphomas</a:t>
            </a:r>
          </a:p>
        </p:txBody>
      </p:sp>
      <p:sp>
        <p:nvSpPr>
          <p:cNvPr id="7" name="矩形: 圆角 6">
            <a:extLst>
              <a:ext uri="{FF2B5EF4-FFF2-40B4-BE49-F238E27FC236}">
                <a16:creationId xmlns:a16="http://schemas.microsoft.com/office/drawing/2014/main" id="{34D22D37-BE43-BFFB-142F-DEAD7C7093B4}"/>
              </a:ext>
            </a:extLst>
          </p:cNvPr>
          <p:cNvSpPr/>
          <p:nvPr/>
        </p:nvSpPr>
        <p:spPr>
          <a:xfrm>
            <a:off x="722337" y="4080165"/>
            <a:ext cx="668497" cy="636717"/>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03</a:t>
            </a:r>
            <a:endParaRPr lang="zh-CN" altLang="en-US" sz="2800" b="1" dirty="0">
              <a:solidFill>
                <a:prstClr val="white"/>
              </a:solidFill>
              <a:latin typeface="+mj-ea"/>
              <a:ea typeface="+mj-ea"/>
            </a:endParaRPr>
          </a:p>
        </p:txBody>
      </p:sp>
      <p:sp>
        <p:nvSpPr>
          <p:cNvPr id="8" name="矩形: 圆角 7">
            <a:extLst>
              <a:ext uri="{FF2B5EF4-FFF2-40B4-BE49-F238E27FC236}">
                <a16:creationId xmlns:a16="http://schemas.microsoft.com/office/drawing/2014/main" id="{D724C636-8226-4021-07E4-BF77C3F159ED}"/>
              </a:ext>
            </a:extLst>
          </p:cNvPr>
          <p:cNvSpPr/>
          <p:nvPr/>
        </p:nvSpPr>
        <p:spPr>
          <a:xfrm>
            <a:off x="722337" y="5037814"/>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04</a:t>
            </a:r>
            <a:endParaRPr lang="zh-CN" altLang="en-US" sz="2800" b="1" dirty="0">
              <a:solidFill>
                <a:prstClr val="white">
                  <a:alpha val="70000"/>
                </a:prstClr>
              </a:solidFill>
              <a:latin typeface="+mj-ea"/>
              <a:ea typeface="+mj-ea"/>
            </a:endParaRPr>
          </a:p>
        </p:txBody>
      </p:sp>
      <p:sp>
        <p:nvSpPr>
          <p:cNvPr id="9" name="文本框 8">
            <a:extLst>
              <a:ext uri="{FF2B5EF4-FFF2-40B4-BE49-F238E27FC236}">
                <a16:creationId xmlns:a16="http://schemas.microsoft.com/office/drawing/2014/main" id="{DD1D7B58-626C-75BC-4833-6FFEB5E75271}"/>
              </a:ext>
            </a:extLst>
          </p:cNvPr>
          <p:cNvSpPr txBox="1"/>
          <p:nvPr/>
        </p:nvSpPr>
        <p:spPr>
          <a:xfrm>
            <a:off x="1465287" y="5156117"/>
            <a:ext cx="7974172" cy="400110"/>
          </a:xfrm>
          <a:prstGeom prst="rect">
            <a:avLst/>
          </a:prstGeom>
          <a:noFill/>
        </p:spPr>
        <p:txBody>
          <a:bodyPr wrap="square">
            <a:spAutoFit/>
          </a:bodyPr>
          <a:lstStyle/>
          <a:p>
            <a:pPr>
              <a:defRPr/>
            </a:pPr>
            <a:r>
              <a:rPr lang="zh-CN" altLang="en-US" sz="2000" b="1" dirty="0">
                <a:solidFill>
                  <a:schemeClr val="bg1">
                    <a:lumMod val="85000"/>
                  </a:schemeClr>
                </a:solidFill>
                <a:latin typeface="+mj-ea"/>
                <a:ea typeface="+mj-ea"/>
              </a:rPr>
              <a:t>文献阅读总结与思考</a:t>
            </a:r>
          </a:p>
        </p:txBody>
      </p:sp>
      <p:sp>
        <p:nvSpPr>
          <p:cNvPr id="10" name="矩形 9">
            <a:extLst>
              <a:ext uri="{FF2B5EF4-FFF2-40B4-BE49-F238E27FC236}">
                <a16:creationId xmlns:a16="http://schemas.microsoft.com/office/drawing/2014/main" id="{88DBD616-DE5B-159A-4C69-54CC2C180B92}"/>
              </a:ext>
            </a:extLst>
          </p:cNvPr>
          <p:cNvSpPr/>
          <p:nvPr/>
        </p:nvSpPr>
        <p:spPr>
          <a:xfrm>
            <a:off x="160979" y="161266"/>
            <a:ext cx="11870042" cy="6535469"/>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EBA9BEAC-F38E-6BDB-C783-D2ED01C20599}"/>
              </a:ext>
            </a:extLst>
          </p:cNvPr>
          <p:cNvSpPr/>
          <p:nvPr/>
        </p:nvSpPr>
        <p:spPr>
          <a:xfrm>
            <a:off x="4792835" y="161266"/>
            <a:ext cx="2606331" cy="1524340"/>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5749F4B-F76B-F116-9814-0CF1CD384081}"/>
              </a:ext>
            </a:extLst>
          </p:cNvPr>
          <p:cNvSpPr txBox="1"/>
          <p:nvPr/>
        </p:nvSpPr>
        <p:spPr>
          <a:xfrm>
            <a:off x="5564443" y="337552"/>
            <a:ext cx="1063113" cy="923330"/>
          </a:xfrm>
          <a:prstGeom prst="rect">
            <a:avLst/>
          </a:prstGeom>
          <a:noFill/>
        </p:spPr>
        <p:txBody>
          <a:bodyPr wrap="none" rtlCol="0">
            <a:spAutoFit/>
          </a:bodyPr>
          <a:lstStyle/>
          <a:p>
            <a:pPr algn="ctr"/>
            <a:r>
              <a:rPr lang="en-US" altLang="zh-CN" sz="5400" b="1" spc="100" dirty="0">
                <a:solidFill>
                  <a:schemeClr val="bg1"/>
                </a:solidFill>
                <a:latin typeface="+mj-ea"/>
                <a:ea typeface="+mj-ea"/>
              </a:rPr>
              <a:t>03</a:t>
            </a:r>
          </a:p>
        </p:txBody>
      </p:sp>
      <p:sp>
        <p:nvSpPr>
          <p:cNvPr id="13" name="文本框 12">
            <a:extLst>
              <a:ext uri="{FF2B5EF4-FFF2-40B4-BE49-F238E27FC236}">
                <a16:creationId xmlns:a16="http://schemas.microsoft.com/office/drawing/2014/main" id="{FB9E8DC5-1FEA-2C28-F3AB-EC6040940E0D}"/>
              </a:ext>
            </a:extLst>
          </p:cNvPr>
          <p:cNvSpPr txBox="1"/>
          <p:nvPr/>
        </p:nvSpPr>
        <p:spPr>
          <a:xfrm>
            <a:off x="5013079" y="1109210"/>
            <a:ext cx="2165849" cy="400110"/>
          </a:xfrm>
          <a:prstGeom prst="rect">
            <a:avLst/>
          </a:prstGeom>
          <a:noFill/>
        </p:spPr>
        <p:txBody>
          <a:bodyPr wrap="none" rtlCol="0">
            <a:spAutoFit/>
          </a:bodyPr>
          <a:lstStyle/>
          <a:p>
            <a:pPr algn="ctr"/>
            <a:r>
              <a:rPr lang="en-US" altLang="zh-CN" sz="2000" b="1" spc="300" dirty="0">
                <a:solidFill>
                  <a:schemeClr val="bg1">
                    <a:alpha val="80000"/>
                  </a:schemeClr>
                </a:solidFill>
                <a:latin typeface="微软雅黑" panose="020B0503020204020204" pitchFamily="34" charset="-122"/>
                <a:ea typeface="微软雅黑" panose="020B0503020204020204" pitchFamily="34" charset="-122"/>
              </a:rPr>
              <a:t>PART THREE</a:t>
            </a:r>
          </a:p>
        </p:txBody>
      </p:sp>
    </p:spTree>
    <p:extLst>
      <p:ext uri="{BB962C8B-B14F-4D97-AF65-F5344CB8AC3E}">
        <p14:creationId xmlns:p14="http://schemas.microsoft.com/office/powerpoint/2010/main" val="2869783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71A5E969-6502-56CC-7F8B-3B28FB6ACD7C}"/>
              </a:ext>
            </a:extLst>
          </p:cNvPr>
          <p:cNvSpPr/>
          <p:nvPr/>
        </p:nvSpPr>
        <p:spPr>
          <a:xfrm>
            <a:off x="3206338" y="943276"/>
            <a:ext cx="8444706" cy="5279451"/>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思源黑体 CN Regular"/>
            </a:endParaRPr>
          </a:p>
        </p:txBody>
      </p:sp>
      <p:sp>
        <p:nvSpPr>
          <p:cNvPr id="22" name="矩形 21">
            <a:extLst>
              <a:ext uri="{FF2B5EF4-FFF2-40B4-BE49-F238E27FC236}">
                <a16:creationId xmlns:a16="http://schemas.microsoft.com/office/drawing/2014/main" id="{23829233-6104-2B91-6735-CF60FDFE7B07}"/>
              </a:ext>
            </a:extLst>
          </p:cNvPr>
          <p:cNvSpPr/>
          <p:nvPr/>
        </p:nvSpPr>
        <p:spPr>
          <a:xfrm>
            <a:off x="540956" y="3176336"/>
            <a:ext cx="2799142" cy="1549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E090AE81-6873-33A1-B8CA-397FB8754EBA}"/>
              </a:ext>
            </a:extLst>
          </p:cNvPr>
          <p:cNvSpPr txBox="1"/>
          <p:nvPr/>
        </p:nvSpPr>
        <p:spPr>
          <a:xfrm>
            <a:off x="786510" y="184607"/>
            <a:ext cx="2717411" cy="461665"/>
          </a:xfrm>
          <a:prstGeom prst="rect">
            <a:avLst/>
          </a:prstGeom>
        </p:spPr>
        <p:txBody>
          <a:bodyPr wrap="none" rtlCol="0">
            <a:spAutoFit/>
          </a:bodyPr>
          <a:lstStyle/>
          <a:p>
            <a:r>
              <a:rPr lang="en-US" altLang="zh-CN" sz="2400" b="1" spc="100" dirty="0">
                <a:solidFill>
                  <a:schemeClr val="accent1"/>
                </a:solidFill>
                <a:latin typeface="+mj-ea"/>
                <a:ea typeface="+mj-ea"/>
              </a:rPr>
              <a:t>3.1 </a:t>
            </a:r>
            <a:r>
              <a:rPr lang="zh-CN" altLang="en-US" sz="2400" b="1" spc="100" dirty="0">
                <a:solidFill>
                  <a:schemeClr val="accent1"/>
                </a:solidFill>
                <a:latin typeface="+mj-ea"/>
                <a:ea typeface="+mj-ea"/>
              </a:rPr>
              <a:t>文献基本信息</a:t>
            </a:r>
          </a:p>
        </p:txBody>
      </p:sp>
      <p:sp>
        <p:nvSpPr>
          <p:cNvPr id="3" name="等腰三角形 2">
            <a:extLst>
              <a:ext uri="{FF2B5EF4-FFF2-40B4-BE49-F238E27FC236}">
                <a16:creationId xmlns:a16="http://schemas.microsoft.com/office/drawing/2014/main" id="{95D1795F-FB35-86A3-D6D3-B96C4AC57DA7}"/>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表格 31">
            <a:extLst>
              <a:ext uri="{FF2B5EF4-FFF2-40B4-BE49-F238E27FC236}">
                <a16:creationId xmlns:a16="http://schemas.microsoft.com/office/drawing/2014/main" id="{BABF506F-A530-C98E-A0E0-7C537236FC4A}"/>
              </a:ext>
            </a:extLst>
          </p:cNvPr>
          <p:cNvGraphicFramePr>
            <a:graphicFrameLocks noGrp="1"/>
          </p:cNvGraphicFramePr>
          <p:nvPr>
            <p:extLst>
              <p:ext uri="{D42A27DB-BD31-4B8C-83A1-F6EECF244321}">
                <p14:modId xmlns:p14="http://schemas.microsoft.com/office/powerpoint/2010/main" val="266264706"/>
              </p:ext>
            </p:extLst>
          </p:nvPr>
        </p:nvGraphicFramePr>
        <p:xfrm>
          <a:off x="540957" y="4393927"/>
          <a:ext cx="2799143" cy="1828800"/>
        </p:xfrm>
        <a:graphic>
          <a:graphicData uri="http://schemas.openxmlformats.org/drawingml/2006/table">
            <a:tbl>
              <a:tblPr firstRow="1" bandRow="1">
                <a:tableStyleId>{5C22544A-7EE6-4342-B048-85BDC9FD1C3A}</a:tableStyleId>
              </a:tblPr>
              <a:tblGrid>
                <a:gridCol w="1168647">
                  <a:extLst>
                    <a:ext uri="{9D8B030D-6E8A-4147-A177-3AD203B41FA5}">
                      <a16:colId xmlns:a16="http://schemas.microsoft.com/office/drawing/2014/main" val="4292236267"/>
                    </a:ext>
                  </a:extLst>
                </a:gridCol>
                <a:gridCol w="1630496">
                  <a:extLst>
                    <a:ext uri="{9D8B030D-6E8A-4147-A177-3AD203B41FA5}">
                      <a16:colId xmlns:a16="http://schemas.microsoft.com/office/drawing/2014/main" val="2374848656"/>
                    </a:ext>
                  </a:extLst>
                </a:gridCol>
              </a:tblGrid>
              <a:tr h="288000">
                <a:tc>
                  <a:txBody>
                    <a:bodyPr/>
                    <a:lstStyle/>
                    <a:p>
                      <a:pPr algn="ctr"/>
                      <a:r>
                        <a:rPr lang="zh-CN" altLang="en-US" sz="1800" b="0" dirty="0">
                          <a:ln>
                            <a:noFill/>
                          </a:ln>
                          <a:solidFill>
                            <a:schemeClr val="tx1"/>
                          </a:solidFill>
                        </a:rPr>
                        <a:t>期刊</a:t>
                      </a:r>
                    </a:p>
                  </a:txBody>
                  <a:tcPr>
                    <a:solidFill>
                      <a:schemeClr val="bg1">
                        <a:lumMod val="95000"/>
                      </a:schemeClr>
                    </a:solidFill>
                  </a:tcPr>
                </a:tc>
                <a:tc>
                  <a:txBody>
                    <a:bodyPr/>
                    <a:lstStyle/>
                    <a:p>
                      <a:r>
                        <a:rPr lang="en-US" altLang="zh-CN" sz="1800" b="0" dirty="0">
                          <a:ln>
                            <a:noFill/>
                          </a:ln>
                          <a:solidFill>
                            <a:schemeClr val="tx1"/>
                          </a:solidFill>
                          <a:latin typeface="+mn-ea"/>
                        </a:rPr>
                        <a:t>Nature</a:t>
                      </a:r>
                      <a:endParaRPr lang="zh-CN" altLang="en-US" sz="1800" b="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25345744"/>
                  </a:ext>
                </a:extLst>
              </a:tr>
              <a:tr h="0">
                <a:tc>
                  <a:txBody>
                    <a:bodyPr/>
                    <a:lstStyle/>
                    <a:p>
                      <a:pPr algn="ctr"/>
                      <a:r>
                        <a:rPr lang="zh-CN" altLang="en-US" sz="1800" dirty="0">
                          <a:ln>
                            <a:noFill/>
                          </a:ln>
                          <a:solidFill>
                            <a:schemeClr val="tx1"/>
                          </a:solidFill>
                          <a:latin typeface="+mn-ea"/>
                        </a:rPr>
                        <a:t>作者</a:t>
                      </a:r>
                      <a:endParaRPr lang="zh-CN" altLang="en-US" sz="1800" dirty="0">
                        <a:ln>
                          <a:noFill/>
                        </a:ln>
                        <a:solidFill>
                          <a:schemeClr val="tx1"/>
                        </a:solidFill>
                      </a:endParaRPr>
                    </a:p>
                  </a:txBody>
                  <a:tcPr>
                    <a:solidFill>
                      <a:schemeClr val="bg1">
                        <a:lumMod val="95000"/>
                      </a:schemeClr>
                    </a:solidFill>
                  </a:tcPr>
                </a:tc>
                <a:tc>
                  <a:txBody>
                    <a:bodyPr/>
                    <a:lstStyle/>
                    <a:p>
                      <a:r>
                        <a:rPr lang="zh-CN" altLang="en-US" sz="1800" dirty="0">
                          <a:ln>
                            <a:noFill/>
                          </a:ln>
                          <a:solidFill>
                            <a:schemeClr val="tx1"/>
                          </a:solidFill>
                          <a:latin typeface="+mn-ea"/>
                        </a:rPr>
                        <a:t>星淇</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1067390021"/>
                  </a:ext>
                </a:extLst>
              </a:tr>
              <a:tr h="288000">
                <a:tc>
                  <a:txBody>
                    <a:bodyPr/>
                    <a:lstStyle/>
                    <a:p>
                      <a:pPr algn="ctr"/>
                      <a:r>
                        <a:rPr lang="zh-CN" altLang="en-US" sz="1800" dirty="0">
                          <a:ln>
                            <a:noFill/>
                          </a:ln>
                          <a:solidFill>
                            <a:schemeClr val="tx1"/>
                          </a:solidFill>
                          <a:latin typeface="+mn-ea"/>
                        </a:rPr>
                        <a:t>发表日期</a:t>
                      </a:r>
                      <a:endParaRPr lang="zh-CN" altLang="en-US" sz="1800" dirty="0">
                        <a:ln>
                          <a:noFill/>
                        </a:ln>
                        <a:solidFill>
                          <a:schemeClr val="tx1"/>
                        </a:solidFill>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n>
                            <a:noFill/>
                          </a:ln>
                          <a:solidFill>
                            <a:schemeClr val="tx1"/>
                          </a:solidFill>
                          <a:latin typeface="+mn-ea"/>
                        </a:rPr>
                        <a:t>20XX/XX/XX</a:t>
                      </a:r>
                    </a:p>
                  </a:txBody>
                  <a:tcPr>
                    <a:solidFill>
                      <a:schemeClr val="bg1">
                        <a:lumMod val="95000"/>
                      </a:schemeClr>
                    </a:solidFill>
                  </a:tcPr>
                </a:tc>
                <a:extLst>
                  <a:ext uri="{0D108BD9-81ED-4DB2-BD59-A6C34878D82A}">
                    <a16:rowId xmlns:a16="http://schemas.microsoft.com/office/drawing/2014/main" val="3233014923"/>
                  </a:ext>
                </a:extLst>
              </a:tr>
              <a:tr h="288000">
                <a:tc>
                  <a:txBody>
                    <a:bodyPr/>
                    <a:lstStyle/>
                    <a:p>
                      <a:pPr algn="ctr"/>
                      <a:r>
                        <a:rPr lang="zh-CN" altLang="en-US" sz="1800" dirty="0">
                          <a:ln>
                            <a:noFill/>
                          </a:ln>
                          <a:solidFill>
                            <a:schemeClr val="tx1"/>
                          </a:solidFill>
                          <a:latin typeface="+mn-ea"/>
                        </a:rPr>
                        <a:t>分区</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SCI</a:t>
                      </a:r>
                      <a:r>
                        <a:rPr lang="zh-CN" altLang="en-US" sz="1800" dirty="0">
                          <a:ln>
                            <a:noFill/>
                          </a:ln>
                          <a:solidFill>
                            <a:schemeClr val="tx1"/>
                          </a:solidFill>
                          <a:latin typeface="+mn-ea"/>
                        </a:rPr>
                        <a:t>一区</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2328627363"/>
                  </a:ext>
                </a:extLst>
              </a:tr>
              <a:tr h="288000">
                <a:tc>
                  <a:txBody>
                    <a:bodyPr/>
                    <a:lstStyle/>
                    <a:p>
                      <a:pPr algn="ctr"/>
                      <a:r>
                        <a:rPr lang="zh-CN" altLang="en-US" sz="1800" dirty="0">
                          <a:ln>
                            <a:noFill/>
                          </a:ln>
                          <a:solidFill>
                            <a:schemeClr val="tx1"/>
                          </a:solidFill>
                          <a:latin typeface="+mn-ea"/>
                        </a:rPr>
                        <a:t>影响因子</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a:ln>
                            <a:noFill/>
                          </a:ln>
                          <a:solidFill>
                            <a:schemeClr val="tx1"/>
                          </a:solidFill>
                          <a:latin typeface="+mn-ea"/>
                        </a:rPr>
                        <a:t>60.61</a:t>
                      </a:r>
                      <a:endParaRPr lang="zh-CN" altLang="en-US" sz="180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341962294"/>
                  </a:ext>
                </a:extLst>
              </a:tr>
            </a:tbl>
          </a:graphicData>
        </a:graphic>
      </p:graphicFrame>
      <p:sp>
        <p:nvSpPr>
          <p:cNvPr id="7" name="文本框 6">
            <a:extLst>
              <a:ext uri="{FF2B5EF4-FFF2-40B4-BE49-F238E27FC236}">
                <a16:creationId xmlns:a16="http://schemas.microsoft.com/office/drawing/2014/main" id="{E1496104-CECB-8FDB-301B-0120E26D6EF0}"/>
              </a:ext>
            </a:extLst>
          </p:cNvPr>
          <p:cNvSpPr txBox="1"/>
          <p:nvPr/>
        </p:nvSpPr>
        <p:spPr>
          <a:xfrm>
            <a:off x="3847221" y="2081545"/>
            <a:ext cx="7587217" cy="2577950"/>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lang="zh-CN" altLang="en-US" dirty="0">
                <a:solidFill>
                  <a:schemeClr val="bg1"/>
                </a:solidFill>
                <a:latin typeface="+mn-ea"/>
              </a:rPr>
              <a:t>请输入文献主要研究内容请输入文献主要研究内容请输入文献主要研究内容请输入文献主要研究内容请输入文献主要研究内容请输入文献主要研究内容请输入文献主要研究内容请输入文献主要研究内容</a:t>
            </a:r>
          </a:p>
          <a:p>
            <a:pPr marL="0" marR="0" lvl="0" indent="0" algn="just" defTabSz="914400" rtl="0" eaLnBrk="1" fontAlgn="auto" latinLnBrk="0" hangingPunct="1">
              <a:lnSpc>
                <a:spcPct val="130000"/>
              </a:lnSpc>
              <a:spcBef>
                <a:spcPts val="0"/>
              </a:spcBef>
              <a:spcAft>
                <a:spcPts val="0"/>
              </a:spcAft>
              <a:buClrTx/>
              <a:buSzTx/>
              <a:buFontTx/>
              <a:buNone/>
              <a:tabLst/>
              <a:defRPr/>
            </a:pPr>
            <a:endParaRPr lang="zh-CN" altLang="en-US" dirty="0">
              <a:solidFill>
                <a:schemeClr val="bg1"/>
              </a:solidFill>
              <a:latin typeface="+mn-ea"/>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lang="zh-CN" altLang="en-US" dirty="0">
                <a:solidFill>
                  <a:schemeClr val="bg1"/>
                </a:solidFill>
                <a:latin typeface="+mn-ea"/>
              </a:rPr>
              <a:t>请输入文献主要研究内容请输入文献主要研究内容请输入文献主要研究内容请输入文献主要研究内容请输入文献主要研究内容请输入文献主要研究内容请输入文献主要研究内容请输入文献主要研究内容</a:t>
            </a:r>
          </a:p>
        </p:txBody>
      </p:sp>
      <p:sp>
        <p:nvSpPr>
          <p:cNvPr id="8" name="矩形: 圆角 7">
            <a:extLst>
              <a:ext uri="{FF2B5EF4-FFF2-40B4-BE49-F238E27FC236}">
                <a16:creationId xmlns:a16="http://schemas.microsoft.com/office/drawing/2014/main" id="{976775B1-E7A7-5A55-5455-B9CFF89BCF65}"/>
              </a:ext>
            </a:extLst>
          </p:cNvPr>
          <p:cNvSpPr/>
          <p:nvPr/>
        </p:nvSpPr>
        <p:spPr>
          <a:xfrm>
            <a:off x="3942414" y="1233033"/>
            <a:ext cx="2096010" cy="558755"/>
          </a:xfrm>
          <a:prstGeom prst="roundRect">
            <a:avLst>
              <a:gd name="adj" fmla="val 1481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9574FB4-3108-0858-C1FA-AD904B8138E7}"/>
              </a:ext>
            </a:extLst>
          </p:cNvPr>
          <p:cNvSpPr txBox="1"/>
          <p:nvPr/>
        </p:nvSpPr>
        <p:spPr>
          <a:xfrm>
            <a:off x="4051701" y="1296967"/>
            <a:ext cx="1877437"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chemeClr val="accent1"/>
                </a:solidFill>
                <a:effectLst/>
                <a:uLnTx/>
                <a:uFillTx/>
                <a:latin typeface="+mj-ea"/>
                <a:ea typeface="+mj-ea"/>
                <a:cs typeface="+mn-cs"/>
              </a:rPr>
              <a:t>主要研究内容</a:t>
            </a:r>
          </a:p>
        </p:txBody>
      </p:sp>
      <p:sp>
        <p:nvSpPr>
          <p:cNvPr id="10" name="矩形: 圆角 9">
            <a:extLst>
              <a:ext uri="{FF2B5EF4-FFF2-40B4-BE49-F238E27FC236}">
                <a16:creationId xmlns:a16="http://schemas.microsoft.com/office/drawing/2014/main" id="{BEDE53CB-BD3B-C508-4966-2B6E511C1728}"/>
              </a:ext>
            </a:extLst>
          </p:cNvPr>
          <p:cNvSpPr/>
          <p:nvPr/>
        </p:nvSpPr>
        <p:spPr>
          <a:xfrm>
            <a:off x="4039856" y="5348289"/>
            <a:ext cx="1665287" cy="40957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76F93002-F9AC-91AC-98A1-3AB85D08DCA2}"/>
              </a:ext>
            </a:extLst>
          </p:cNvPr>
          <p:cNvSpPr txBox="1"/>
          <p:nvPr/>
        </p:nvSpPr>
        <p:spPr>
          <a:xfrm>
            <a:off x="4164613" y="5383798"/>
            <a:ext cx="1415772" cy="338554"/>
          </a:xfrm>
          <a:prstGeom prst="rect">
            <a:avLst/>
          </a:prstGeom>
          <a:noFill/>
        </p:spPr>
        <p:txBody>
          <a:bodyPr wrap="none" rtlCol="0">
            <a:spAutoFit/>
          </a:bodyPr>
          <a:lstStyle/>
          <a:p>
            <a:pPr algn="ctr"/>
            <a:r>
              <a:rPr lang="zh-CN" altLang="en-US" sz="1600" b="1" dirty="0">
                <a:solidFill>
                  <a:schemeClr val="accent1"/>
                </a:solidFill>
                <a:latin typeface="+mj-ea"/>
                <a:ea typeface="+mj-ea"/>
              </a:rPr>
              <a:t>请输入关键词</a:t>
            </a:r>
          </a:p>
        </p:txBody>
      </p:sp>
      <p:sp>
        <p:nvSpPr>
          <p:cNvPr id="12" name="矩形: 圆角 11">
            <a:extLst>
              <a:ext uri="{FF2B5EF4-FFF2-40B4-BE49-F238E27FC236}">
                <a16:creationId xmlns:a16="http://schemas.microsoft.com/office/drawing/2014/main" id="{479FF830-9597-F316-55F3-3D0DB2A34589}"/>
              </a:ext>
            </a:extLst>
          </p:cNvPr>
          <p:cNvSpPr/>
          <p:nvPr/>
        </p:nvSpPr>
        <p:spPr>
          <a:xfrm>
            <a:off x="5885409" y="5348289"/>
            <a:ext cx="1665287" cy="40957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3" name="文本框 12">
            <a:extLst>
              <a:ext uri="{FF2B5EF4-FFF2-40B4-BE49-F238E27FC236}">
                <a16:creationId xmlns:a16="http://schemas.microsoft.com/office/drawing/2014/main" id="{F3BB0B9A-E3EE-7BC3-0099-BFFC6E03DF34}"/>
              </a:ext>
            </a:extLst>
          </p:cNvPr>
          <p:cNvSpPr txBox="1"/>
          <p:nvPr/>
        </p:nvSpPr>
        <p:spPr>
          <a:xfrm>
            <a:off x="6010166" y="5383798"/>
            <a:ext cx="1415772" cy="338554"/>
          </a:xfrm>
          <a:prstGeom prst="rect">
            <a:avLst/>
          </a:prstGeom>
          <a:noFill/>
        </p:spPr>
        <p:txBody>
          <a:bodyPr wrap="none" rtlCol="0">
            <a:spAutoFit/>
          </a:bodyPr>
          <a:lstStyle/>
          <a:p>
            <a:pPr algn="ctr"/>
            <a:r>
              <a:rPr lang="zh-CN" altLang="en-US" sz="1600" b="1" dirty="0">
                <a:solidFill>
                  <a:schemeClr val="accent1"/>
                </a:solidFill>
                <a:latin typeface="+mj-ea"/>
                <a:ea typeface="+mj-ea"/>
              </a:rPr>
              <a:t>请输入关键词</a:t>
            </a:r>
          </a:p>
        </p:txBody>
      </p:sp>
      <p:sp>
        <p:nvSpPr>
          <p:cNvPr id="14" name="矩形: 圆角 13">
            <a:extLst>
              <a:ext uri="{FF2B5EF4-FFF2-40B4-BE49-F238E27FC236}">
                <a16:creationId xmlns:a16="http://schemas.microsoft.com/office/drawing/2014/main" id="{0016302F-958D-6798-ABB5-EAF80D9A3B8F}"/>
              </a:ext>
            </a:extLst>
          </p:cNvPr>
          <p:cNvSpPr/>
          <p:nvPr/>
        </p:nvSpPr>
        <p:spPr>
          <a:xfrm>
            <a:off x="7730962" y="5348289"/>
            <a:ext cx="1665287" cy="40957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8167F0CD-D585-E524-3798-071193E023B2}"/>
              </a:ext>
            </a:extLst>
          </p:cNvPr>
          <p:cNvSpPr txBox="1"/>
          <p:nvPr/>
        </p:nvSpPr>
        <p:spPr>
          <a:xfrm>
            <a:off x="7855719" y="5383798"/>
            <a:ext cx="1415772" cy="338554"/>
          </a:xfrm>
          <a:prstGeom prst="rect">
            <a:avLst/>
          </a:prstGeom>
          <a:noFill/>
        </p:spPr>
        <p:txBody>
          <a:bodyPr wrap="none" rtlCol="0">
            <a:spAutoFit/>
          </a:bodyPr>
          <a:lstStyle/>
          <a:p>
            <a:pPr algn="ctr"/>
            <a:r>
              <a:rPr lang="zh-CN" altLang="en-US" sz="1600" b="1" dirty="0">
                <a:solidFill>
                  <a:schemeClr val="accent1"/>
                </a:solidFill>
                <a:latin typeface="+mj-ea"/>
                <a:ea typeface="+mj-ea"/>
              </a:rPr>
              <a:t>请输入关键词</a:t>
            </a:r>
          </a:p>
        </p:txBody>
      </p:sp>
      <p:sp>
        <p:nvSpPr>
          <p:cNvPr id="16" name="矩形: 圆角 15">
            <a:extLst>
              <a:ext uri="{FF2B5EF4-FFF2-40B4-BE49-F238E27FC236}">
                <a16:creationId xmlns:a16="http://schemas.microsoft.com/office/drawing/2014/main" id="{889AE181-1127-7071-6896-F91720BFAD9D}"/>
              </a:ext>
            </a:extLst>
          </p:cNvPr>
          <p:cNvSpPr/>
          <p:nvPr/>
        </p:nvSpPr>
        <p:spPr>
          <a:xfrm>
            <a:off x="9576516" y="5348289"/>
            <a:ext cx="1665287" cy="409572"/>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7" name="文本框 16">
            <a:extLst>
              <a:ext uri="{FF2B5EF4-FFF2-40B4-BE49-F238E27FC236}">
                <a16:creationId xmlns:a16="http://schemas.microsoft.com/office/drawing/2014/main" id="{2ACFBE6F-F390-2FA7-88D4-74C7D0B946F1}"/>
              </a:ext>
            </a:extLst>
          </p:cNvPr>
          <p:cNvSpPr txBox="1"/>
          <p:nvPr/>
        </p:nvSpPr>
        <p:spPr>
          <a:xfrm>
            <a:off x="9701273" y="5383798"/>
            <a:ext cx="1415772" cy="338554"/>
          </a:xfrm>
          <a:prstGeom prst="rect">
            <a:avLst/>
          </a:prstGeom>
          <a:noFill/>
        </p:spPr>
        <p:txBody>
          <a:bodyPr wrap="none" rtlCol="0">
            <a:spAutoFit/>
          </a:bodyPr>
          <a:lstStyle/>
          <a:p>
            <a:pPr algn="ctr"/>
            <a:r>
              <a:rPr lang="zh-CN" altLang="en-US" sz="1600" b="1" dirty="0">
                <a:solidFill>
                  <a:schemeClr val="accent1"/>
                </a:solidFill>
                <a:latin typeface="+mj-ea"/>
                <a:ea typeface="+mj-ea"/>
              </a:rPr>
              <a:t>请输入关键词</a:t>
            </a:r>
          </a:p>
        </p:txBody>
      </p:sp>
      <p:pic>
        <p:nvPicPr>
          <p:cNvPr id="21" name="图片 20">
            <a:extLst>
              <a:ext uri="{FF2B5EF4-FFF2-40B4-BE49-F238E27FC236}">
                <a16:creationId xmlns:a16="http://schemas.microsoft.com/office/drawing/2014/main" id="{3519E24F-19C4-686D-D249-265DA48DB880}"/>
              </a:ext>
            </a:extLst>
          </p:cNvPr>
          <p:cNvPicPr>
            <a:picLocks noChangeAspect="1"/>
          </p:cNvPicPr>
          <p:nvPr/>
        </p:nvPicPr>
        <p:blipFill>
          <a:blip r:embed="rId2">
            <a:extLst>
              <a:ext uri="{28A0092B-C50C-407E-A947-70E740481C1C}">
                <a14:useLocalDpi xmlns:a14="http://schemas.microsoft.com/office/drawing/2010/main" val="0"/>
              </a:ext>
            </a:extLst>
          </a:blip>
          <a:srcRect l="13524" t="6393" r="13873" b="8925"/>
          <a:stretch>
            <a:fillRect/>
          </a:stretch>
        </p:blipFill>
        <p:spPr>
          <a:xfrm>
            <a:off x="550865" y="943276"/>
            <a:ext cx="2789236" cy="3253338"/>
          </a:xfrm>
          <a:custGeom>
            <a:avLst/>
            <a:gdLst>
              <a:gd name="connsiteX0" fmla="*/ 88921 w 2789236"/>
              <a:gd name="connsiteY0" fmla="*/ 0 h 3253338"/>
              <a:gd name="connsiteX1" fmla="*/ 2700315 w 2789236"/>
              <a:gd name="connsiteY1" fmla="*/ 0 h 3253338"/>
              <a:gd name="connsiteX2" fmla="*/ 2789236 w 2789236"/>
              <a:gd name="connsiteY2" fmla="*/ 88921 h 3253338"/>
              <a:gd name="connsiteX3" fmla="*/ 2789236 w 2789236"/>
              <a:gd name="connsiteY3" fmla="*/ 3164417 h 3253338"/>
              <a:gd name="connsiteX4" fmla="*/ 2700315 w 2789236"/>
              <a:gd name="connsiteY4" fmla="*/ 3253338 h 3253338"/>
              <a:gd name="connsiteX5" fmla="*/ 88921 w 2789236"/>
              <a:gd name="connsiteY5" fmla="*/ 3253338 h 3253338"/>
              <a:gd name="connsiteX6" fmla="*/ 0 w 2789236"/>
              <a:gd name="connsiteY6" fmla="*/ 3164417 h 3253338"/>
              <a:gd name="connsiteX7" fmla="*/ 0 w 2789236"/>
              <a:gd name="connsiteY7" fmla="*/ 88921 h 3253338"/>
              <a:gd name="connsiteX8" fmla="*/ 88921 w 2789236"/>
              <a:gd name="connsiteY8" fmla="*/ 0 h 325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9236" h="3253338">
                <a:moveTo>
                  <a:pt x="88921" y="0"/>
                </a:moveTo>
                <a:lnTo>
                  <a:pt x="2700315" y="0"/>
                </a:lnTo>
                <a:cubicBezTo>
                  <a:pt x="2749425" y="0"/>
                  <a:pt x="2789236" y="39811"/>
                  <a:pt x="2789236" y="88921"/>
                </a:cubicBezTo>
                <a:lnTo>
                  <a:pt x="2789236" y="3164417"/>
                </a:lnTo>
                <a:cubicBezTo>
                  <a:pt x="2789236" y="3213527"/>
                  <a:pt x="2749425" y="3253338"/>
                  <a:pt x="2700315" y="3253338"/>
                </a:cubicBezTo>
                <a:lnTo>
                  <a:pt x="88921" y="3253338"/>
                </a:lnTo>
                <a:cubicBezTo>
                  <a:pt x="39811" y="3253338"/>
                  <a:pt x="0" y="3213527"/>
                  <a:pt x="0" y="3164417"/>
                </a:cubicBezTo>
                <a:lnTo>
                  <a:pt x="0" y="88921"/>
                </a:lnTo>
                <a:cubicBezTo>
                  <a:pt x="0" y="39811"/>
                  <a:pt x="39811" y="0"/>
                  <a:pt x="88921" y="0"/>
                </a:cubicBezTo>
                <a:close/>
              </a:path>
            </a:pathLst>
          </a:custGeom>
        </p:spPr>
      </p:pic>
      <p:sp>
        <p:nvSpPr>
          <p:cNvPr id="5" name="矩形 4">
            <a:extLst>
              <a:ext uri="{FF2B5EF4-FFF2-40B4-BE49-F238E27FC236}">
                <a16:creationId xmlns:a16="http://schemas.microsoft.com/office/drawing/2014/main" id="{ADBBF52A-BD7D-7E74-83F1-BFAD35D0C933}"/>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16</a:t>
            </a:r>
            <a:endParaRPr lang="zh-CN" altLang="en-US" sz="1400" b="1" dirty="0">
              <a:latin typeface="+mj-ea"/>
              <a:ea typeface="+mj-ea"/>
            </a:endParaRPr>
          </a:p>
        </p:txBody>
      </p:sp>
    </p:spTree>
    <p:extLst>
      <p:ext uri="{BB962C8B-B14F-4D97-AF65-F5344CB8AC3E}">
        <p14:creationId xmlns:p14="http://schemas.microsoft.com/office/powerpoint/2010/main" val="234026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3A31E8D7-612B-A267-233D-F40991FB3F8D}"/>
              </a:ext>
            </a:extLst>
          </p:cNvPr>
          <p:cNvSpPr/>
          <p:nvPr/>
        </p:nvSpPr>
        <p:spPr>
          <a:xfrm>
            <a:off x="5124236" y="1601300"/>
            <a:ext cx="3158208" cy="4393100"/>
          </a:xfrm>
          <a:prstGeom prst="roundRect">
            <a:avLst>
              <a:gd name="adj" fmla="val 229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思源黑体 CN Regular"/>
            </a:endParaRPr>
          </a:p>
        </p:txBody>
      </p:sp>
      <p:sp>
        <p:nvSpPr>
          <p:cNvPr id="34" name="矩形: 圆顶角 33">
            <a:extLst>
              <a:ext uri="{FF2B5EF4-FFF2-40B4-BE49-F238E27FC236}">
                <a16:creationId xmlns:a16="http://schemas.microsoft.com/office/drawing/2014/main" id="{0D9FDB77-2982-BD93-12FE-11E3AA952C54}"/>
              </a:ext>
            </a:extLst>
          </p:cNvPr>
          <p:cNvSpPr/>
          <p:nvPr/>
        </p:nvSpPr>
        <p:spPr>
          <a:xfrm>
            <a:off x="5124236" y="1601301"/>
            <a:ext cx="3158208"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35" name="文本框 34">
            <a:extLst>
              <a:ext uri="{FF2B5EF4-FFF2-40B4-BE49-F238E27FC236}">
                <a16:creationId xmlns:a16="http://schemas.microsoft.com/office/drawing/2014/main" id="{A4E5786C-DFDA-F90D-31BF-B2D2BAABA86D}"/>
              </a:ext>
            </a:extLst>
          </p:cNvPr>
          <p:cNvSpPr txBox="1"/>
          <p:nvPr/>
        </p:nvSpPr>
        <p:spPr>
          <a:xfrm>
            <a:off x="6072398" y="1751208"/>
            <a:ext cx="12618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00" normalizeH="0" noProof="0" dirty="0">
                <a:ln>
                  <a:noFill/>
                </a:ln>
                <a:solidFill>
                  <a:prstClr val="white"/>
                </a:solidFill>
                <a:effectLst/>
                <a:uLnTx/>
                <a:uFillTx/>
                <a:latin typeface="+mj-ea"/>
                <a:ea typeface="+mj-ea"/>
                <a:cs typeface="+mn-cs"/>
              </a:rPr>
              <a:t>研究背景</a:t>
            </a:r>
          </a:p>
        </p:txBody>
      </p:sp>
      <p:sp>
        <p:nvSpPr>
          <p:cNvPr id="36" name="文本框 35">
            <a:extLst>
              <a:ext uri="{FF2B5EF4-FFF2-40B4-BE49-F238E27FC236}">
                <a16:creationId xmlns:a16="http://schemas.microsoft.com/office/drawing/2014/main" id="{052D9010-8420-F9AA-5063-A18521EA4720}"/>
              </a:ext>
            </a:extLst>
          </p:cNvPr>
          <p:cNvSpPr txBox="1"/>
          <p:nvPr/>
        </p:nvSpPr>
        <p:spPr>
          <a:xfrm>
            <a:off x="5276868" y="2511251"/>
            <a:ext cx="2852944" cy="1021433"/>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请输入研究背景请输入研究背景请输入研究背景请输入研究背景请输入研究背景</a:t>
            </a:r>
          </a:p>
        </p:txBody>
      </p:sp>
      <p:sp>
        <p:nvSpPr>
          <p:cNvPr id="37" name="文本框 36">
            <a:extLst>
              <a:ext uri="{FF2B5EF4-FFF2-40B4-BE49-F238E27FC236}">
                <a16:creationId xmlns:a16="http://schemas.microsoft.com/office/drawing/2014/main" id="{DEA3690D-E281-C567-9609-4D937D19BC04}"/>
              </a:ext>
            </a:extLst>
          </p:cNvPr>
          <p:cNvSpPr txBox="1"/>
          <p:nvPr/>
        </p:nvSpPr>
        <p:spPr>
          <a:xfrm>
            <a:off x="5276868" y="3710651"/>
            <a:ext cx="2852944" cy="1021433"/>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请输入研究背景请输入研究背景请输入研究背景请输入研究背景请输入研究背景</a:t>
            </a:r>
          </a:p>
        </p:txBody>
      </p:sp>
      <p:sp>
        <p:nvSpPr>
          <p:cNvPr id="2" name="文本框 1">
            <a:extLst>
              <a:ext uri="{FF2B5EF4-FFF2-40B4-BE49-F238E27FC236}">
                <a16:creationId xmlns:a16="http://schemas.microsoft.com/office/drawing/2014/main" id="{38547557-CD3E-8105-D7B5-E9025E253C7D}"/>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3.2 </a:t>
            </a:r>
            <a:r>
              <a:rPr lang="zh-CN" altLang="en-US" sz="2400" b="1" spc="100" dirty="0">
                <a:solidFill>
                  <a:schemeClr val="accent1"/>
                </a:solidFill>
                <a:latin typeface="+mj-ea"/>
                <a:ea typeface="+mj-ea"/>
              </a:rPr>
              <a:t>研究背景与意义</a:t>
            </a:r>
          </a:p>
        </p:txBody>
      </p:sp>
      <p:sp>
        <p:nvSpPr>
          <p:cNvPr id="3" name="等腰三角形 2">
            <a:extLst>
              <a:ext uri="{FF2B5EF4-FFF2-40B4-BE49-F238E27FC236}">
                <a16:creationId xmlns:a16="http://schemas.microsoft.com/office/drawing/2014/main" id="{2B5625CE-D6E5-8DC2-31EC-CACCB2AB4B52}"/>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2" name="图片 31">
            <a:extLst>
              <a:ext uri="{FF2B5EF4-FFF2-40B4-BE49-F238E27FC236}">
                <a16:creationId xmlns:a16="http://schemas.microsoft.com/office/drawing/2014/main" id="{F42BC9F8-BD94-A654-4DD2-465F6B87F9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795" y="1592832"/>
            <a:ext cx="4357186" cy="4037499"/>
          </a:xfrm>
          <a:prstGeom prst="rect">
            <a:avLst/>
          </a:prstGeom>
          <a:ln w="12700">
            <a:solidFill>
              <a:schemeClr val="accent1"/>
            </a:solidFill>
          </a:ln>
        </p:spPr>
      </p:pic>
      <p:sp>
        <p:nvSpPr>
          <p:cNvPr id="20" name="矩形 19">
            <a:extLst>
              <a:ext uri="{FF2B5EF4-FFF2-40B4-BE49-F238E27FC236}">
                <a16:creationId xmlns:a16="http://schemas.microsoft.com/office/drawing/2014/main" id="{9332C1C5-7327-A18C-371E-8A22EFB56680}"/>
              </a:ext>
            </a:extLst>
          </p:cNvPr>
          <p:cNvSpPr/>
          <p:nvPr/>
        </p:nvSpPr>
        <p:spPr>
          <a:xfrm>
            <a:off x="553640" y="5638799"/>
            <a:ext cx="4387042" cy="355601"/>
          </a:xfrm>
          <a:prstGeom prst="rect">
            <a:avLst/>
          </a:prstGeom>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图</a:t>
            </a:r>
            <a:r>
              <a:rPr kumimoji="0" lang="en-US" altLang="zh-CN"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请输入图示标题</a:t>
            </a:r>
          </a:p>
        </p:txBody>
      </p:sp>
      <p:sp>
        <p:nvSpPr>
          <p:cNvPr id="43" name="矩形: 圆角 42">
            <a:extLst>
              <a:ext uri="{FF2B5EF4-FFF2-40B4-BE49-F238E27FC236}">
                <a16:creationId xmlns:a16="http://schemas.microsoft.com/office/drawing/2014/main" id="{1F2B7E7A-6818-1679-21E1-12A9494E0EDC}"/>
              </a:ext>
            </a:extLst>
          </p:cNvPr>
          <p:cNvSpPr/>
          <p:nvPr/>
        </p:nvSpPr>
        <p:spPr>
          <a:xfrm>
            <a:off x="8465997" y="1601300"/>
            <a:ext cx="3158208" cy="4393100"/>
          </a:xfrm>
          <a:prstGeom prst="roundRect">
            <a:avLst>
              <a:gd name="adj" fmla="val 229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思源黑体 CN Regular"/>
            </a:endParaRPr>
          </a:p>
        </p:txBody>
      </p:sp>
      <p:sp>
        <p:nvSpPr>
          <p:cNvPr id="44" name="矩形: 圆顶角 43">
            <a:extLst>
              <a:ext uri="{FF2B5EF4-FFF2-40B4-BE49-F238E27FC236}">
                <a16:creationId xmlns:a16="http://schemas.microsoft.com/office/drawing/2014/main" id="{70C9BD28-F9F8-21F4-2A2D-A70FE44443F3}"/>
              </a:ext>
            </a:extLst>
          </p:cNvPr>
          <p:cNvSpPr/>
          <p:nvPr/>
        </p:nvSpPr>
        <p:spPr>
          <a:xfrm>
            <a:off x="8465997" y="1601301"/>
            <a:ext cx="3158208"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45" name="文本框 44">
            <a:extLst>
              <a:ext uri="{FF2B5EF4-FFF2-40B4-BE49-F238E27FC236}">
                <a16:creationId xmlns:a16="http://schemas.microsoft.com/office/drawing/2014/main" id="{BD070CB3-D458-6B47-0339-6C20782859B7}"/>
              </a:ext>
            </a:extLst>
          </p:cNvPr>
          <p:cNvSpPr txBox="1"/>
          <p:nvPr/>
        </p:nvSpPr>
        <p:spPr>
          <a:xfrm>
            <a:off x="9414159" y="1751208"/>
            <a:ext cx="12618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00" normalizeH="0" noProof="0" dirty="0">
                <a:ln>
                  <a:noFill/>
                </a:ln>
                <a:solidFill>
                  <a:prstClr val="white"/>
                </a:solidFill>
                <a:effectLst/>
                <a:uLnTx/>
                <a:uFillTx/>
                <a:latin typeface="+mj-ea"/>
                <a:ea typeface="+mj-ea"/>
                <a:cs typeface="+mn-cs"/>
              </a:rPr>
              <a:t>研究意义</a:t>
            </a:r>
          </a:p>
        </p:txBody>
      </p:sp>
      <p:sp>
        <p:nvSpPr>
          <p:cNvPr id="46" name="文本框 45">
            <a:extLst>
              <a:ext uri="{FF2B5EF4-FFF2-40B4-BE49-F238E27FC236}">
                <a16:creationId xmlns:a16="http://schemas.microsoft.com/office/drawing/2014/main" id="{41BBFE84-D2E9-CB1B-B2AB-AC353E665D59}"/>
              </a:ext>
            </a:extLst>
          </p:cNvPr>
          <p:cNvSpPr txBox="1"/>
          <p:nvPr/>
        </p:nvSpPr>
        <p:spPr>
          <a:xfrm>
            <a:off x="8618629" y="2511251"/>
            <a:ext cx="2852944" cy="1021433"/>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请输入研究意义请输入研究意义请输入研究意义请输入研究意义请输入研究意义</a:t>
            </a:r>
          </a:p>
        </p:txBody>
      </p:sp>
      <p:sp>
        <p:nvSpPr>
          <p:cNvPr id="47" name="文本框 46">
            <a:extLst>
              <a:ext uri="{FF2B5EF4-FFF2-40B4-BE49-F238E27FC236}">
                <a16:creationId xmlns:a16="http://schemas.microsoft.com/office/drawing/2014/main" id="{47662199-910F-525C-0495-F1DBD33FACBB}"/>
              </a:ext>
            </a:extLst>
          </p:cNvPr>
          <p:cNvSpPr txBox="1"/>
          <p:nvPr/>
        </p:nvSpPr>
        <p:spPr>
          <a:xfrm>
            <a:off x="8618629" y="3710651"/>
            <a:ext cx="2852944" cy="1021433"/>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请输入研究意义请输入研究意义请输入研究意义请输入研究意义请输入研究意义</a:t>
            </a:r>
          </a:p>
        </p:txBody>
      </p:sp>
      <p:sp>
        <p:nvSpPr>
          <p:cNvPr id="4" name="矩形 3">
            <a:extLst>
              <a:ext uri="{FF2B5EF4-FFF2-40B4-BE49-F238E27FC236}">
                <a16:creationId xmlns:a16="http://schemas.microsoft.com/office/drawing/2014/main" id="{BF64FCF5-F95B-80F0-A72B-036CCB37C301}"/>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17</a:t>
            </a:r>
            <a:endParaRPr lang="zh-CN" altLang="en-US" sz="1400" b="1" dirty="0">
              <a:latin typeface="+mj-ea"/>
              <a:ea typeface="+mj-ea"/>
            </a:endParaRPr>
          </a:p>
        </p:txBody>
      </p:sp>
    </p:spTree>
    <p:extLst>
      <p:ext uri="{BB962C8B-B14F-4D97-AF65-F5344CB8AC3E}">
        <p14:creationId xmlns:p14="http://schemas.microsoft.com/office/powerpoint/2010/main" val="21526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86C36E0-962C-55C1-38A3-6BB030F48FB8}"/>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3.3 </a:t>
            </a:r>
            <a:r>
              <a:rPr lang="zh-CN" altLang="en-US" sz="2400" b="1" spc="100" dirty="0">
                <a:solidFill>
                  <a:schemeClr val="accent1"/>
                </a:solidFill>
                <a:latin typeface="+mj-ea"/>
                <a:ea typeface="+mj-ea"/>
              </a:rPr>
              <a:t>实验流程及方法</a:t>
            </a:r>
          </a:p>
        </p:txBody>
      </p:sp>
      <p:sp>
        <p:nvSpPr>
          <p:cNvPr id="3" name="等腰三角形 2">
            <a:extLst>
              <a:ext uri="{FF2B5EF4-FFF2-40B4-BE49-F238E27FC236}">
                <a16:creationId xmlns:a16="http://schemas.microsoft.com/office/drawing/2014/main" id="{1C06D12F-63B4-2FAB-BE08-288694ED7662}"/>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6F62EC29-BE87-C75E-C448-8BEA2E5F0A29}"/>
              </a:ext>
            </a:extLst>
          </p:cNvPr>
          <p:cNvSpPr/>
          <p:nvPr/>
        </p:nvSpPr>
        <p:spPr>
          <a:xfrm flipV="1">
            <a:off x="874713"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5" name="矩形 4">
            <a:extLst>
              <a:ext uri="{FF2B5EF4-FFF2-40B4-BE49-F238E27FC236}">
                <a16:creationId xmlns:a16="http://schemas.microsoft.com/office/drawing/2014/main" id="{29E64A17-0001-762E-59CB-6E399847BA78}"/>
              </a:ext>
            </a:extLst>
          </p:cNvPr>
          <p:cNvSpPr/>
          <p:nvPr/>
        </p:nvSpPr>
        <p:spPr>
          <a:xfrm flipV="1">
            <a:off x="2626743"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6" name="矩形 5">
            <a:extLst>
              <a:ext uri="{FF2B5EF4-FFF2-40B4-BE49-F238E27FC236}">
                <a16:creationId xmlns:a16="http://schemas.microsoft.com/office/drawing/2014/main" id="{0B28EB03-2CFE-7F63-255B-EF2F9F57833D}"/>
              </a:ext>
            </a:extLst>
          </p:cNvPr>
          <p:cNvSpPr/>
          <p:nvPr/>
        </p:nvSpPr>
        <p:spPr>
          <a:xfrm flipV="1">
            <a:off x="4378772"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7" name="矩形 6">
            <a:extLst>
              <a:ext uri="{FF2B5EF4-FFF2-40B4-BE49-F238E27FC236}">
                <a16:creationId xmlns:a16="http://schemas.microsoft.com/office/drawing/2014/main" id="{59D55B92-A720-B6D7-4664-986A2AF61EAB}"/>
              </a:ext>
            </a:extLst>
          </p:cNvPr>
          <p:cNvSpPr/>
          <p:nvPr/>
        </p:nvSpPr>
        <p:spPr>
          <a:xfrm flipV="1">
            <a:off x="6130802"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8" name="矩形 7">
            <a:extLst>
              <a:ext uri="{FF2B5EF4-FFF2-40B4-BE49-F238E27FC236}">
                <a16:creationId xmlns:a16="http://schemas.microsoft.com/office/drawing/2014/main" id="{6FB2B808-109A-6C5D-31E8-B81C7EF17BE7}"/>
              </a:ext>
            </a:extLst>
          </p:cNvPr>
          <p:cNvSpPr/>
          <p:nvPr/>
        </p:nvSpPr>
        <p:spPr>
          <a:xfrm flipV="1">
            <a:off x="7882832"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9" name="矩形 8">
            <a:extLst>
              <a:ext uri="{FF2B5EF4-FFF2-40B4-BE49-F238E27FC236}">
                <a16:creationId xmlns:a16="http://schemas.microsoft.com/office/drawing/2014/main" id="{6C88FDC7-08C6-A967-3C8A-8F5EDAF962CD}"/>
              </a:ext>
            </a:extLst>
          </p:cNvPr>
          <p:cNvSpPr/>
          <p:nvPr/>
        </p:nvSpPr>
        <p:spPr>
          <a:xfrm flipV="1">
            <a:off x="9634862" y="1358901"/>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0" name="任意多边形: 形状 9">
            <a:extLst>
              <a:ext uri="{FF2B5EF4-FFF2-40B4-BE49-F238E27FC236}">
                <a16:creationId xmlns:a16="http://schemas.microsoft.com/office/drawing/2014/main" id="{1852D526-141D-23BA-E4AF-DDC757AFF072}"/>
              </a:ext>
            </a:extLst>
          </p:cNvPr>
          <p:cNvSpPr/>
          <p:nvPr/>
        </p:nvSpPr>
        <p:spPr>
          <a:xfrm>
            <a:off x="2626743"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1" name="任意多边形: 形状 10">
            <a:extLst>
              <a:ext uri="{FF2B5EF4-FFF2-40B4-BE49-F238E27FC236}">
                <a16:creationId xmlns:a16="http://schemas.microsoft.com/office/drawing/2014/main" id="{131D645B-C0EF-4888-1009-FD8E4F27D44F}"/>
              </a:ext>
            </a:extLst>
          </p:cNvPr>
          <p:cNvSpPr/>
          <p:nvPr/>
        </p:nvSpPr>
        <p:spPr>
          <a:xfrm>
            <a:off x="4378773"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2" name="任意多边形: 形状 11">
            <a:extLst>
              <a:ext uri="{FF2B5EF4-FFF2-40B4-BE49-F238E27FC236}">
                <a16:creationId xmlns:a16="http://schemas.microsoft.com/office/drawing/2014/main" id="{E69370C1-27D2-DD17-FF31-A2646AB47F9C}"/>
              </a:ext>
            </a:extLst>
          </p:cNvPr>
          <p:cNvSpPr/>
          <p:nvPr/>
        </p:nvSpPr>
        <p:spPr>
          <a:xfrm>
            <a:off x="6130803"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3" name="任意多边形: 形状 12">
            <a:extLst>
              <a:ext uri="{FF2B5EF4-FFF2-40B4-BE49-F238E27FC236}">
                <a16:creationId xmlns:a16="http://schemas.microsoft.com/office/drawing/2014/main" id="{1A0C8C42-0B89-75A2-0875-FDD5A0C5C158}"/>
              </a:ext>
            </a:extLst>
          </p:cNvPr>
          <p:cNvSpPr/>
          <p:nvPr/>
        </p:nvSpPr>
        <p:spPr>
          <a:xfrm>
            <a:off x="7882833"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4" name="任意多边形: 形状 13">
            <a:extLst>
              <a:ext uri="{FF2B5EF4-FFF2-40B4-BE49-F238E27FC236}">
                <a16:creationId xmlns:a16="http://schemas.microsoft.com/office/drawing/2014/main" id="{2613EE03-0379-D3B2-EAEF-1779DBB975C7}"/>
              </a:ext>
            </a:extLst>
          </p:cNvPr>
          <p:cNvSpPr/>
          <p:nvPr/>
        </p:nvSpPr>
        <p:spPr>
          <a:xfrm>
            <a:off x="9634861"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5" name="任意多边形: 形状 14">
            <a:extLst>
              <a:ext uri="{FF2B5EF4-FFF2-40B4-BE49-F238E27FC236}">
                <a16:creationId xmlns:a16="http://schemas.microsoft.com/office/drawing/2014/main" id="{A9E373DD-5930-05AE-E35F-22138C72078F}"/>
              </a:ext>
            </a:extLst>
          </p:cNvPr>
          <p:cNvSpPr/>
          <p:nvPr/>
        </p:nvSpPr>
        <p:spPr>
          <a:xfrm>
            <a:off x="874713" y="2000250"/>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Roboto Regular"/>
              <a:ea typeface="思源黑体 CN Regular"/>
              <a:cs typeface="+mn-cs"/>
            </a:endParaRPr>
          </a:p>
        </p:txBody>
      </p:sp>
      <p:sp>
        <p:nvSpPr>
          <p:cNvPr id="16" name="文本框 15">
            <a:extLst>
              <a:ext uri="{FF2B5EF4-FFF2-40B4-BE49-F238E27FC236}">
                <a16:creationId xmlns:a16="http://schemas.microsoft.com/office/drawing/2014/main" id="{BF331B46-C80C-0B21-E9D5-C483A3399527}"/>
              </a:ext>
            </a:extLst>
          </p:cNvPr>
          <p:cNvSpPr txBox="1"/>
          <p:nvPr/>
        </p:nvSpPr>
        <p:spPr>
          <a:xfrm>
            <a:off x="942966" y="1562755"/>
            <a:ext cx="154592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00" normalizeH="0" baseline="0" noProof="0" dirty="0">
                <a:ln>
                  <a:noFill/>
                </a:ln>
                <a:solidFill>
                  <a:prstClr val="black"/>
                </a:solidFill>
                <a:effectLst/>
                <a:uLnTx/>
                <a:uFillTx/>
                <a:latin typeface="+mj-ea"/>
                <a:ea typeface="+mj-ea"/>
                <a:cs typeface="+mn-cs"/>
              </a:rPr>
              <a:t>实验一</a:t>
            </a:r>
          </a:p>
        </p:txBody>
      </p:sp>
      <p:sp>
        <p:nvSpPr>
          <p:cNvPr id="17" name="文本框 16">
            <a:extLst>
              <a:ext uri="{FF2B5EF4-FFF2-40B4-BE49-F238E27FC236}">
                <a16:creationId xmlns:a16="http://schemas.microsoft.com/office/drawing/2014/main" id="{4206380E-4546-9005-FF4A-CC0D882C05C1}"/>
              </a:ext>
            </a:extLst>
          </p:cNvPr>
          <p:cNvSpPr txBox="1"/>
          <p:nvPr/>
        </p:nvSpPr>
        <p:spPr>
          <a:xfrm>
            <a:off x="2694996" y="1562755"/>
            <a:ext cx="1545920" cy="400110"/>
          </a:xfrm>
          <a:prstGeom prst="rect">
            <a:avLst/>
          </a:prstGeom>
          <a:noFill/>
        </p:spPr>
        <p:txBody>
          <a:bodyPr wrap="square" rtlCol="0">
            <a:spAutoFit/>
          </a:bodyPr>
          <a:lstStyle/>
          <a:p>
            <a:pPr algn="ctr">
              <a:defRPr/>
            </a:pPr>
            <a:r>
              <a:rPr lang="zh-CN" altLang="en-US" sz="2000" b="1" spc="100" dirty="0">
                <a:solidFill>
                  <a:prstClr val="black"/>
                </a:solidFill>
                <a:latin typeface="+mj-ea"/>
                <a:ea typeface="+mj-ea"/>
              </a:rPr>
              <a:t>实验二</a:t>
            </a:r>
          </a:p>
        </p:txBody>
      </p:sp>
      <p:sp>
        <p:nvSpPr>
          <p:cNvPr id="18" name="文本框 17">
            <a:extLst>
              <a:ext uri="{FF2B5EF4-FFF2-40B4-BE49-F238E27FC236}">
                <a16:creationId xmlns:a16="http://schemas.microsoft.com/office/drawing/2014/main" id="{7B452AD2-D4DC-84C3-9AE8-D7933684742C}"/>
              </a:ext>
            </a:extLst>
          </p:cNvPr>
          <p:cNvSpPr txBox="1"/>
          <p:nvPr/>
        </p:nvSpPr>
        <p:spPr>
          <a:xfrm>
            <a:off x="4447025" y="1562755"/>
            <a:ext cx="154592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200" b="1" spc="100" dirty="0">
                <a:solidFill>
                  <a:prstClr val="black"/>
                </a:solidFill>
                <a:latin typeface="+mj-ea"/>
                <a:ea typeface="+mj-ea"/>
              </a:rPr>
              <a:t>实验三</a:t>
            </a:r>
          </a:p>
        </p:txBody>
      </p:sp>
      <p:sp>
        <p:nvSpPr>
          <p:cNvPr id="19" name="文本框 18">
            <a:extLst>
              <a:ext uri="{FF2B5EF4-FFF2-40B4-BE49-F238E27FC236}">
                <a16:creationId xmlns:a16="http://schemas.microsoft.com/office/drawing/2014/main" id="{EC0CE6A2-279A-753D-5BFB-15C03E785C33}"/>
              </a:ext>
            </a:extLst>
          </p:cNvPr>
          <p:cNvSpPr txBox="1"/>
          <p:nvPr/>
        </p:nvSpPr>
        <p:spPr>
          <a:xfrm>
            <a:off x="6199055" y="1562755"/>
            <a:ext cx="154592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200" b="1" spc="100" dirty="0">
                <a:solidFill>
                  <a:prstClr val="black"/>
                </a:solidFill>
                <a:latin typeface="+mj-ea"/>
                <a:ea typeface="+mj-ea"/>
              </a:rPr>
              <a:t>实验四</a:t>
            </a:r>
          </a:p>
        </p:txBody>
      </p:sp>
      <p:sp>
        <p:nvSpPr>
          <p:cNvPr id="20" name="文本框 19">
            <a:extLst>
              <a:ext uri="{FF2B5EF4-FFF2-40B4-BE49-F238E27FC236}">
                <a16:creationId xmlns:a16="http://schemas.microsoft.com/office/drawing/2014/main" id="{27F854C1-D40F-BBB9-50A4-84BD4D03C22E}"/>
              </a:ext>
            </a:extLst>
          </p:cNvPr>
          <p:cNvSpPr txBox="1"/>
          <p:nvPr/>
        </p:nvSpPr>
        <p:spPr>
          <a:xfrm>
            <a:off x="7951085" y="1562755"/>
            <a:ext cx="154592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200" b="1" spc="100" dirty="0">
                <a:solidFill>
                  <a:prstClr val="black"/>
                </a:solidFill>
                <a:latin typeface="+mj-ea"/>
                <a:ea typeface="+mj-ea"/>
              </a:rPr>
              <a:t>实验五</a:t>
            </a:r>
          </a:p>
        </p:txBody>
      </p:sp>
      <p:sp>
        <p:nvSpPr>
          <p:cNvPr id="21" name="文本框 20">
            <a:extLst>
              <a:ext uri="{FF2B5EF4-FFF2-40B4-BE49-F238E27FC236}">
                <a16:creationId xmlns:a16="http://schemas.microsoft.com/office/drawing/2014/main" id="{63257241-333E-46AF-9DF7-DB3108661929}"/>
              </a:ext>
            </a:extLst>
          </p:cNvPr>
          <p:cNvSpPr txBox="1"/>
          <p:nvPr/>
        </p:nvSpPr>
        <p:spPr>
          <a:xfrm>
            <a:off x="9703115" y="1562755"/>
            <a:ext cx="154592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200" b="1" spc="100" dirty="0">
                <a:solidFill>
                  <a:prstClr val="black"/>
                </a:solidFill>
                <a:latin typeface="+mj-ea"/>
                <a:ea typeface="+mj-ea"/>
              </a:rPr>
              <a:t>实验六</a:t>
            </a:r>
          </a:p>
        </p:txBody>
      </p:sp>
      <p:sp>
        <p:nvSpPr>
          <p:cNvPr id="22" name="文本框 21">
            <a:extLst>
              <a:ext uri="{FF2B5EF4-FFF2-40B4-BE49-F238E27FC236}">
                <a16:creationId xmlns:a16="http://schemas.microsoft.com/office/drawing/2014/main" id="{3BC34457-B5D5-C0BE-2E63-B462937A5600}"/>
              </a:ext>
            </a:extLst>
          </p:cNvPr>
          <p:cNvSpPr txBox="1"/>
          <p:nvPr/>
        </p:nvSpPr>
        <p:spPr>
          <a:xfrm>
            <a:off x="751136" y="2461915"/>
            <a:ext cx="1742503"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mn-ea"/>
              <a:cs typeface="+mn-cs"/>
            </a:endParaRP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3" name="文本框 22">
            <a:extLst>
              <a:ext uri="{FF2B5EF4-FFF2-40B4-BE49-F238E27FC236}">
                <a16:creationId xmlns:a16="http://schemas.microsoft.com/office/drawing/2014/main" id="{790AC681-19FD-68AC-B39B-AC2B4D401F00}"/>
              </a:ext>
            </a:extLst>
          </p:cNvPr>
          <p:cNvSpPr txBox="1"/>
          <p:nvPr/>
        </p:nvSpPr>
        <p:spPr>
          <a:xfrm>
            <a:off x="2503166" y="2461915"/>
            <a:ext cx="1742503"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4" name="文本框 23">
            <a:extLst>
              <a:ext uri="{FF2B5EF4-FFF2-40B4-BE49-F238E27FC236}">
                <a16:creationId xmlns:a16="http://schemas.microsoft.com/office/drawing/2014/main" id="{EF928BD8-21A0-8536-1240-C82C8B9E8C17}"/>
              </a:ext>
            </a:extLst>
          </p:cNvPr>
          <p:cNvSpPr txBox="1"/>
          <p:nvPr/>
        </p:nvSpPr>
        <p:spPr>
          <a:xfrm>
            <a:off x="4255195" y="2461915"/>
            <a:ext cx="1742503"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5" name="文本框 24">
            <a:extLst>
              <a:ext uri="{FF2B5EF4-FFF2-40B4-BE49-F238E27FC236}">
                <a16:creationId xmlns:a16="http://schemas.microsoft.com/office/drawing/2014/main" id="{1A8E8DED-4F1E-183D-931E-39483978EC42}"/>
              </a:ext>
            </a:extLst>
          </p:cNvPr>
          <p:cNvSpPr txBox="1"/>
          <p:nvPr/>
        </p:nvSpPr>
        <p:spPr>
          <a:xfrm>
            <a:off x="5969125" y="2461915"/>
            <a:ext cx="1866080"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6" name="文本框 25">
            <a:extLst>
              <a:ext uri="{FF2B5EF4-FFF2-40B4-BE49-F238E27FC236}">
                <a16:creationId xmlns:a16="http://schemas.microsoft.com/office/drawing/2014/main" id="{7D50F0AA-33E9-D852-7B5A-F10F677AB692}"/>
              </a:ext>
            </a:extLst>
          </p:cNvPr>
          <p:cNvSpPr txBox="1"/>
          <p:nvPr/>
        </p:nvSpPr>
        <p:spPr>
          <a:xfrm>
            <a:off x="7759255" y="2461915"/>
            <a:ext cx="1742503"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7" name="文本框 26">
            <a:extLst>
              <a:ext uri="{FF2B5EF4-FFF2-40B4-BE49-F238E27FC236}">
                <a16:creationId xmlns:a16="http://schemas.microsoft.com/office/drawing/2014/main" id="{F4D9D433-48D6-B1ED-BAC2-DC4EB7BE61D0}"/>
              </a:ext>
            </a:extLst>
          </p:cNvPr>
          <p:cNvSpPr txBox="1"/>
          <p:nvPr/>
        </p:nvSpPr>
        <p:spPr>
          <a:xfrm>
            <a:off x="9511285" y="2461915"/>
            <a:ext cx="1742503" cy="2215607"/>
          </a:xfrm>
          <a:prstGeom prst="rect">
            <a:avLst/>
          </a:prstGeom>
          <a:noFill/>
        </p:spPr>
        <p:txBody>
          <a:bodyPr wrap="square" rtlCol="0">
            <a:spAutoFit/>
          </a:bodyPr>
          <a:lstStyle/>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a:p>
            <a:pPr marL="285750" marR="0" lvl="0" indent="-144000" algn="l" defTabSz="914400" rtl="0" eaLnBrk="1" fontAlgn="auto" latinLnBrk="0" hangingPunct="1">
              <a:lnSpc>
                <a:spcPct val="120000"/>
              </a:lnSpc>
              <a:spcBef>
                <a:spcPts val="0"/>
              </a:spcBef>
              <a:spcAft>
                <a:spcPts val="60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cs typeface="+mn-cs"/>
              </a:rPr>
              <a:t>请输入实验流程、具体实验内容以及设置该实验的目的和预期结果</a:t>
            </a:r>
          </a:p>
        </p:txBody>
      </p:sp>
      <p:sp>
        <p:nvSpPr>
          <p:cNvPr id="28" name="箭头: 五边形 27">
            <a:extLst>
              <a:ext uri="{FF2B5EF4-FFF2-40B4-BE49-F238E27FC236}">
                <a16:creationId xmlns:a16="http://schemas.microsoft.com/office/drawing/2014/main" id="{717876FE-61FD-F8F8-64BF-45C6F1BDC410}"/>
              </a:ext>
            </a:extLst>
          </p:cNvPr>
          <p:cNvSpPr/>
          <p:nvPr/>
        </p:nvSpPr>
        <p:spPr>
          <a:xfrm>
            <a:off x="874713" y="6174869"/>
            <a:ext cx="10442575" cy="72000"/>
          </a:xfrm>
          <a:prstGeom prst="homePlate">
            <a:avLst>
              <a:gd name="adj" fmla="val 7892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29" name="矩形 28">
            <a:extLst>
              <a:ext uri="{FF2B5EF4-FFF2-40B4-BE49-F238E27FC236}">
                <a16:creationId xmlns:a16="http://schemas.microsoft.com/office/drawing/2014/main" id="{00001BFE-033A-C58B-9683-941EF2C5498F}"/>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18</a:t>
            </a:r>
            <a:endParaRPr lang="zh-CN" altLang="en-US" sz="1400" b="1" dirty="0">
              <a:latin typeface="+mj-ea"/>
              <a:ea typeface="+mj-ea"/>
            </a:endParaRPr>
          </a:p>
        </p:txBody>
      </p:sp>
    </p:spTree>
    <p:extLst>
      <p:ext uri="{BB962C8B-B14F-4D97-AF65-F5344CB8AC3E}">
        <p14:creationId xmlns:p14="http://schemas.microsoft.com/office/powerpoint/2010/main" val="1764538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5BD71BC-4417-8096-FD88-B4C7C0DB2B56}"/>
              </a:ext>
            </a:extLst>
          </p:cNvPr>
          <p:cNvSpPr txBox="1"/>
          <p:nvPr/>
        </p:nvSpPr>
        <p:spPr>
          <a:xfrm>
            <a:off x="786510" y="184607"/>
            <a:ext cx="3038011" cy="461665"/>
          </a:xfrm>
          <a:prstGeom prst="rect">
            <a:avLst/>
          </a:prstGeom>
        </p:spPr>
        <p:txBody>
          <a:bodyPr wrap="none" rtlCol="0">
            <a:spAutoFit/>
          </a:bodyPr>
          <a:lstStyle/>
          <a:p>
            <a:r>
              <a:rPr lang="en-US" altLang="zh-CN" sz="2400" b="1" spc="100" dirty="0">
                <a:solidFill>
                  <a:schemeClr val="accent1"/>
                </a:solidFill>
                <a:latin typeface="+mj-ea"/>
                <a:ea typeface="+mj-ea"/>
              </a:rPr>
              <a:t>3.4 </a:t>
            </a:r>
            <a:r>
              <a:rPr lang="zh-CN" altLang="en-US" sz="2400" b="1" spc="100" dirty="0">
                <a:solidFill>
                  <a:schemeClr val="accent1"/>
                </a:solidFill>
                <a:latin typeface="+mj-ea"/>
                <a:ea typeface="+mj-ea"/>
              </a:rPr>
              <a:t>实验结果及结论</a:t>
            </a:r>
          </a:p>
        </p:txBody>
      </p:sp>
      <p:sp>
        <p:nvSpPr>
          <p:cNvPr id="3" name="等腰三角形 2">
            <a:extLst>
              <a:ext uri="{FF2B5EF4-FFF2-40B4-BE49-F238E27FC236}">
                <a16:creationId xmlns:a16="http://schemas.microsoft.com/office/drawing/2014/main" id="{8511D419-5F72-7974-84A7-A6EDBE0DFE96}"/>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a:extLst>
              <a:ext uri="{FF2B5EF4-FFF2-40B4-BE49-F238E27FC236}">
                <a16:creationId xmlns:a16="http://schemas.microsoft.com/office/drawing/2014/main" id="{3976D740-5DBA-768B-DD2C-B1E138E7B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172" y="999919"/>
            <a:ext cx="3885643" cy="2086509"/>
          </a:xfrm>
          <a:prstGeom prst="rect">
            <a:avLst/>
          </a:prstGeom>
          <a:ln w="12700">
            <a:solidFill>
              <a:schemeClr val="accent1"/>
            </a:solidFill>
          </a:ln>
        </p:spPr>
      </p:pic>
      <p:pic>
        <p:nvPicPr>
          <p:cNvPr id="9" name="图片 8">
            <a:extLst>
              <a:ext uri="{FF2B5EF4-FFF2-40B4-BE49-F238E27FC236}">
                <a16:creationId xmlns:a16="http://schemas.microsoft.com/office/drawing/2014/main" id="{CE35CAD7-7449-B7F5-6D23-B4EC5092E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172" y="3328351"/>
            <a:ext cx="3885643" cy="2788399"/>
          </a:xfrm>
          <a:prstGeom prst="rect">
            <a:avLst/>
          </a:prstGeom>
          <a:ln w="12700">
            <a:solidFill>
              <a:schemeClr val="accent1"/>
            </a:solidFill>
          </a:ln>
        </p:spPr>
      </p:pic>
      <p:sp>
        <p:nvSpPr>
          <p:cNvPr id="10" name="等腰三角形 9">
            <a:extLst>
              <a:ext uri="{FF2B5EF4-FFF2-40B4-BE49-F238E27FC236}">
                <a16:creationId xmlns:a16="http://schemas.microsoft.com/office/drawing/2014/main" id="{8A8212B7-7C3F-722F-8178-18C39AF55A86}"/>
              </a:ext>
            </a:extLst>
          </p:cNvPr>
          <p:cNvSpPr/>
          <p:nvPr/>
        </p:nvSpPr>
        <p:spPr>
          <a:xfrm rot="5400000">
            <a:off x="4527443" y="1914125"/>
            <a:ext cx="299392" cy="25809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a:extLst>
              <a:ext uri="{FF2B5EF4-FFF2-40B4-BE49-F238E27FC236}">
                <a16:creationId xmlns:a16="http://schemas.microsoft.com/office/drawing/2014/main" id="{DCC3AF0C-3B18-B935-1C01-186A711DCFD9}"/>
              </a:ext>
            </a:extLst>
          </p:cNvPr>
          <p:cNvSpPr/>
          <p:nvPr/>
        </p:nvSpPr>
        <p:spPr>
          <a:xfrm>
            <a:off x="4885062" y="999919"/>
            <a:ext cx="3158209" cy="2085601"/>
          </a:xfrm>
          <a:prstGeom prst="roundRect">
            <a:avLst>
              <a:gd name="adj" fmla="val 2511"/>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矩形: 圆角 18">
            <a:extLst>
              <a:ext uri="{FF2B5EF4-FFF2-40B4-BE49-F238E27FC236}">
                <a16:creationId xmlns:a16="http://schemas.microsoft.com/office/drawing/2014/main" id="{5E6B943A-AE65-B32B-0322-EFFDDDB81EAB}"/>
              </a:ext>
            </a:extLst>
          </p:cNvPr>
          <p:cNvSpPr/>
          <p:nvPr/>
        </p:nvSpPr>
        <p:spPr>
          <a:xfrm>
            <a:off x="4885062" y="3328351"/>
            <a:ext cx="3158209" cy="2800987"/>
          </a:xfrm>
          <a:prstGeom prst="roundRect">
            <a:avLst>
              <a:gd name="adj" fmla="val 2511"/>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矩形: 圆角 12">
            <a:extLst>
              <a:ext uri="{FF2B5EF4-FFF2-40B4-BE49-F238E27FC236}">
                <a16:creationId xmlns:a16="http://schemas.microsoft.com/office/drawing/2014/main" id="{761CE2B0-BFF4-E6A5-2960-A4823EE5E18A}"/>
              </a:ext>
            </a:extLst>
          </p:cNvPr>
          <p:cNvSpPr/>
          <p:nvPr/>
        </p:nvSpPr>
        <p:spPr>
          <a:xfrm>
            <a:off x="8484518" y="976168"/>
            <a:ext cx="3158208" cy="5153169"/>
          </a:xfrm>
          <a:prstGeom prst="roundRect">
            <a:avLst>
              <a:gd name="adj" fmla="val 229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思源黑体 CN Regular"/>
            </a:endParaRPr>
          </a:p>
        </p:txBody>
      </p:sp>
      <p:sp>
        <p:nvSpPr>
          <p:cNvPr id="14" name="矩形: 圆顶角 13">
            <a:extLst>
              <a:ext uri="{FF2B5EF4-FFF2-40B4-BE49-F238E27FC236}">
                <a16:creationId xmlns:a16="http://schemas.microsoft.com/office/drawing/2014/main" id="{CC34ADFD-17EF-AD88-4D3F-5156351F2902}"/>
              </a:ext>
            </a:extLst>
          </p:cNvPr>
          <p:cNvSpPr/>
          <p:nvPr/>
        </p:nvSpPr>
        <p:spPr>
          <a:xfrm>
            <a:off x="8484518" y="976170"/>
            <a:ext cx="3158208"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思源黑体 CN Regular"/>
              <a:cs typeface="+mn-cs"/>
            </a:endParaRPr>
          </a:p>
        </p:txBody>
      </p:sp>
      <p:sp>
        <p:nvSpPr>
          <p:cNvPr id="15" name="文本框 14">
            <a:extLst>
              <a:ext uri="{FF2B5EF4-FFF2-40B4-BE49-F238E27FC236}">
                <a16:creationId xmlns:a16="http://schemas.microsoft.com/office/drawing/2014/main" id="{6BDDC007-07A1-9C92-E668-D19FF939E41A}"/>
              </a:ext>
            </a:extLst>
          </p:cNvPr>
          <p:cNvSpPr txBox="1"/>
          <p:nvPr/>
        </p:nvSpPr>
        <p:spPr>
          <a:xfrm>
            <a:off x="9432681" y="1126077"/>
            <a:ext cx="12618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100" normalizeH="0" noProof="0" dirty="0">
                <a:ln>
                  <a:noFill/>
                </a:ln>
                <a:solidFill>
                  <a:prstClr val="white"/>
                </a:solidFill>
                <a:effectLst/>
                <a:uLnTx/>
                <a:uFillTx/>
                <a:latin typeface="+mj-ea"/>
                <a:ea typeface="+mj-ea"/>
                <a:cs typeface="+mn-cs"/>
              </a:rPr>
              <a:t>研究结论</a:t>
            </a:r>
          </a:p>
        </p:txBody>
      </p:sp>
      <p:sp>
        <p:nvSpPr>
          <p:cNvPr id="16" name="文本框 15">
            <a:extLst>
              <a:ext uri="{FF2B5EF4-FFF2-40B4-BE49-F238E27FC236}">
                <a16:creationId xmlns:a16="http://schemas.microsoft.com/office/drawing/2014/main" id="{DBD715AF-B179-7855-2C34-CE0B67A3D658}"/>
              </a:ext>
            </a:extLst>
          </p:cNvPr>
          <p:cNvSpPr txBox="1"/>
          <p:nvPr/>
        </p:nvSpPr>
        <p:spPr>
          <a:xfrm>
            <a:off x="8637150" y="1886120"/>
            <a:ext cx="2852944" cy="2941959"/>
          </a:xfrm>
          <a:prstGeom prst="rect">
            <a:avLst/>
          </a:prstGeom>
          <a:noFill/>
        </p:spPr>
        <p:txBody>
          <a:bodyPr wrap="square" rtlCol="0">
            <a:spAutoFit/>
          </a:bodyPr>
          <a:lstStyle/>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effectLst/>
                <a:uLnTx/>
                <a:uFillTx/>
                <a:latin typeface="+mn-ea"/>
                <a:cs typeface="+mn-cs"/>
              </a:rPr>
              <a:t>请根据实验结果写得出的结论请根据实验结果写得出的结论</a:t>
            </a:r>
          </a:p>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effectLst/>
                <a:uLnTx/>
                <a:uFillTx/>
                <a:latin typeface="+mn-ea"/>
                <a:cs typeface="+mn-cs"/>
              </a:rPr>
              <a:t>请根据实验结果写得出的结论请根据实验结果写得出的结论</a:t>
            </a:r>
            <a:endParaRPr kumimoji="0" lang="en-US" altLang="zh-CN" sz="1600" b="0" i="0" u="none" strike="noStrike" kern="1200" cap="none" spc="0" normalizeH="0" baseline="0" noProof="0" dirty="0">
              <a:ln>
                <a:noFill/>
              </a:ln>
              <a:effectLst/>
              <a:uLnTx/>
              <a:uFillTx/>
              <a:latin typeface="+mn-ea"/>
              <a:cs typeface="+mn-cs"/>
            </a:endParaRPr>
          </a:p>
          <a:p>
            <a:pPr marL="285750" marR="0" lvl="0" indent="-285750" algn="just" defTabSz="91440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effectLst/>
                <a:uLnTx/>
                <a:uFillTx/>
                <a:latin typeface="+mn-ea"/>
                <a:cs typeface="+mn-cs"/>
              </a:rPr>
              <a:t>请根据实验结果写得出的结论请根据实验结果写得出的结论</a:t>
            </a:r>
          </a:p>
        </p:txBody>
      </p:sp>
      <p:sp>
        <p:nvSpPr>
          <p:cNvPr id="26" name="等腰三角形 25">
            <a:extLst>
              <a:ext uri="{FF2B5EF4-FFF2-40B4-BE49-F238E27FC236}">
                <a16:creationId xmlns:a16="http://schemas.microsoft.com/office/drawing/2014/main" id="{F1FDA827-03FA-9839-A0C2-F46A644CABC3}"/>
              </a:ext>
            </a:extLst>
          </p:cNvPr>
          <p:cNvSpPr/>
          <p:nvPr/>
        </p:nvSpPr>
        <p:spPr>
          <a:xfrm rot="5400000">
            <a:off x="4527443" y="4593502"/>
            <a:ext cx="299392" cy="25809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8" name="左大括号 27">
            <a:extLst>
              <a:ext uri="{FF2B5EF4-FFF2-40B4-BE49-F238E27FC236}">
                <a16:creationId xmlns:a16="http://schemas.microsoft.com/office/drawing/2014/main" id="{058DA587-131D-60A3-9A18-4F3C97C0FD3D}"/>
              </a:ext>
            </a:extLst>
          </p:cNvPr>
          <p:cNvSpPr/>
          <p:nvPr/>
        </p:nvSpPr>
        <p:spPr>
          <a:xfrm rot="10800000">
            <a:off x="8138152" y="1749050"/>
            <a:ext cx="267031" cy="3607404"/>
          </a:xfrm>
          <a:prstGeom prst="leftBrace">
            <a:avLst>
              <a:gd name="adj1" fmla="val 112066"/>
              <a:gd name="adj2" fmla="val 5000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404EA4D3-2D2C-9F1D-8E03-D0B6CBE96D52}"/>
              </a:ext>
            </a:extLst>
          </p:cNvPr>
          <p:cNvSpPr txBox="1"/>
          <p:nvPr/>
        </p:nvSpPr>
        <p:spPr>
          <a:xfrm>
            <a:off x="4935543" y="1532003"/>
            <a:ext cx="3057247" cy="1021433"/>
          </a:xfrm>
          <a:prstGeom prst="rect">
            <a:avLst/>
          </a:prstGeom>
          <a:noFill/>
        </p:spPr>
        <p:txBody>
          <a:bodyPr wrap="non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endParaRPr kumimoji="0" lang="en-US" altLang="zh-CN" sz="1600" b="0" i="0" u="none" strike="noStrike" kern="1200" cap="none" spc="0" normalizeH="0" baseline="0" noProof="0" dirty="0">
              <a:ln>
                <a:noFill/>
              </a:ln>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endParaRPr kumimoji="0" lang="en-US" altLang="zh-CN" sz="1600" b="0" i="0" u="none" strike="noStrike" kern="1200" cap="none" spc="0" normalizeH="0" baseline="0" noProof="0" dirty="0">
              <a:ln>
                <a:noFill/>
              </a:ln>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p>
        </p:txBody>
      </p:sp>
      <p:sp>
        <p:nvSpPr>
          <p:cNvPr id="31" name="文本框 30">
            <a:extLst>
              <a:ext uri="{FF2B5EF4-FFF2-40B4-BE49-F238E27FC236}">
                <a16:creationId xmlns:a16="http://schemas.microsoft.com/office/drawing/2014/main" id="{4ADE5F01-A8D3-3A0B-C8CA-E7749DD2478B}"/>
              </a:ext>
            </a:extLst>
          </p:cNvPr>
          <p:cNvSpPr txBox="1"/>
          <p:nvPr/>
        </p:nvSpPr>
        <p:spPr>
          <a:xfrm>
            <a:off x="4935543" y="3898040"/>
            <a:ext cx="3057247" cy="1661609"/>
          </a:xfrm>
          <a:prstGeom prst="rect">
            <a:avLst/>
          </a:prstGeom>
          <a:noFill/>
        </p:spPr>
        <p:txBody>
          <a:bodyPr wrap="non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endParaRPr kumimoji="0" lang="en-US" altLang="zh-CN" sz="1600" b="0" i="0" u="none" strike="noStrike" kern="1200" cap="none" spc="0" normalizeH="0" baseline="0" noProof="0" dirty="0">
              <a:ln>
                <a:noFill/>
              </a:ln>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endParaRPr kumimoji="0" lang="en-US" altLang="zh-CN" sz="1600" b="0" i="0" u="none" strike="noStrike" kern="1200" cap="none" spc="0" normalizeH="0" baseline="0" noProof="0" dirty="0">
              <a:ln>
                <a:noFill/>
              </a:ln>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endParaRPr kumimoji="0" lang="en-US" altLang="zh-CN" sz="1600" b="0" i="0" u="none" strike="noStrike" kern="1200" cap="none" spc="0" normalizeH="0" baseline="0" noProof="0" dirty="0">
              <a:ln>
                <a:noFill/>
              </a:ln>
              <a:effectLst/>
              <a:uLnTx/>
              <a:uFillTx/>
              <a:latin typeface="+mn-ea"/>
              <a:cs typeface="+mn-cs"/>
            </a:endParaRP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p>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请根据图表的数据描述实验结果</a:t>
            </a:r>
          </a:p>
        </p:txBody>
      </p:sp>
      <p:sp>
        <p:nvSpPr>
          <p:cNvPr id="4" name="矩形 3">
            <a:extLst>
              <a:ext uri="{FF2B5EF4-FFF2-40B4-BE49-F238E27FC236}">
                <a16:creationId xmlns:a16="http://schemas.microsoft.com/office/drawing/2014/main" id="{6E0F52E2-9165-995A-C21A-CFA184DCEF32}"/>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19</a:t>
            </a:r>
            <a:endParaRPr lang="zh-CN" altLang="en-US" sz="1400" b="1" dirty="0">
              <a:latin typeface="+mj-ea"/>
              <a:ea typeface="+mj-ea"/>
            </a:endParaRPr>
          </a:p>
        </p:txBody>
      </p:sp>
    </p:spTree>
    <p:extLst>
      <p:ext uri="{BB962C8B-B14F-4D97-AF65-F5344CB8AC3E}">
        <p14:creationId xmlns:p14="http://schemas.microsoft.com/office/powerpoint/2010/main" val="4050316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2F7027E-E112-BD50-4265-516E61D83FB1}"/>
              </a:ext>
            </a:extLst>
          </p:cNvPr>
          <p:cNvSpPr txBox="1"/>
          <p:nvPr/>
        </p:nvSpPr>
        <p:spPr>
          <a:xfrm>
            <a:off x="1465287" y="2283170"/>
            <a:ext cx="9145554"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en-US" altLang="zh-CN" sz="2000" b="1" dirty="0">
                <a:solidFill>
                  <a:schemeClr val="bg1">
                    <a:lumMod val="85000"/>
                  </a:schemeClr>
                </a:solidFill>
                <a:latin typeface="+mj-ea"/>
                <a:ea typeface="+mj-ea"/>
              </a:rPr>
              <a:t>Cold and hot </a:t>
            </a:r>
            <a:r>
              <a:rPr lang="en-US" altLang="zh-CN" sz="2000" b="1" dirty="0" err="1">
                <a:solidFill>
                  <a:schemeClr val="bg1">
                    <a:lumMod val="85000"/>
                  </a:schemeClr>
                </a:solidFill>
                <a:latin typeface="+mj-ea"/>
                <a:ea typeface="+mj-ea"/>
              </a:rPr>
              <a:t>tumors:from</a:t>
            </a:r>
            <a:r>
              <a:rPr lang="en-US" altLang="zh-CN" sz="2000" b="1" dirty="0">
                <a:solidFill>
                  <a:schemeClr val="bg1">
                    <a:lumMod val="85000"/>
                  </a:schemeClr>
                </a:solidFill>
                <a:latin typeface="+mj-ea"/>
                <a:ea typeface="+mj-ea"/>
              </a:rPr>
              <a:t> molecular mechanisms to targeted therapy</a:t>
            </a:r>
          </a:p>
        </p:txBody>
      </p:sp>
      <p:sp>
        <p:nvSpPr>
          <p:cNvPr id="3" name="矩形: 圆角 2">
            <a:extLst>
              <a:ext uri="{FF2B5EF4-FFF2-40B4-BE49-F238E27FC236}">
                <a16:creationId xmlns:a16="http://schemas.microsoft.com/office/drawing/2014/main" id="{E114CFC8-F68A-F591-D8C4-ABF5D9739C83}"/>
              </a:ext>
            </a:extLst>
          </p:cNvPr>
          <p:cNvSpPr/>
          <p:nvPr/>
        </p:nvSpPr>
        <p:spPr>
          <a:xfrm>
            <a:off x="722337" y="2164867"/>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US" altLang="zh-CN" sz="2800" b="1" dirty="0">
                <a:solidFill>
                  <a:prstClr val="white">
                    <a:alpha val="70000"/>
                  </a:prstClr>
                </a:solidFill>
                <a:latin typeface="+mj-ea"/>
                <a:ea typeface="+mj-ea"/>
              </a:rPr>
              <a:t>01</a:t>
            </a:r>
            <a:endParaRPr lang="zh-CN" altLang="en-US" sz="2800" b="1" dirty="0">
              <a:solidFill>
                <a:prstClr val="white">
                  <a:alpha val="70000"/>
                </a:prstClr>
              </a:solidFill>
              <a:latin typeface="+mj-ea"/>
              <a:ea typeface="+mj-ea"/>
            </a:endParaRPr>
          </a:p>
        </p:txBody>
      </p:sp>
      <p:sp>
        <p:nvSpPr>
          <p:cNvPr id="4" name="文本框 3">
            <a:extLst>
              <a:ext uri="{FF2B5EF4-FFF2-40B4-BE49-F238E27FC236}">
                <a16:creationId xmlns:a16="http://schemas.microsoft.com/office/drawing/2014/main" id="{BAD3CFF2-A5E4-2793-BE05-DE1FAE27E89E}"/>
              </a:ext>
            </a:extLst>
          </p:cNvPr>
          <p:cNvSpPr txBox="1"/>
          <p:nvPr/>
        </p:nvSpPr>
        <p:spPr>
          <a:xfrm>
            <a:off x="1465286" y="3240819"/>
            <a:ext cx="10004377"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Cancer cells impair monocyte-mediated T cell stimulation to evade immunity</a:t>
            </a:r>
          </a:p>
        </p:txBody>
      </p:sp>
      <p:sp>
        <p:nvSpPr>
          <p:cNvPr id="5" name="矩形: 圆角 4">
            <a:extLst>
              <a:ext uri="{FF2B5EF4-FFF2-40B4-BE49-F238E27FC236}">
                <a16:creationId xmlns:a16="http://schemas.microsoft.com/office/drawing/2014/main" id="{7B089539-DFFA-669D-A31E-822575A5296A}"/>
              </a:ext>
            </a:extLst>
          </p:cNvPr>
          <p:cNvSpPr/>
          <p:nvPr/>
        </p:nvSpPr>
        <p:spPr>
          <a:xfrm>
            <a:off x="722337" y="3122516"/>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02</a:t>
            </a:r>
            <a:endParaRPr lang="zh-CN" altLang="en-US" sz="2800" b="1" dirty="0">
              <a:solidFill>
                <a:prstClr val="white">
                  <a:alpha val="70000"/>
                </a:prstClr>
              </a:solidFill>
              <a:latin typeface="+mj-ea"/>
              <a:ea typeface="+mj-ea"/>
            </a:endParaRPr>
          </a:p>
        </p:txBody>
      </p:sp>
      <p:sp>
        <p:nvSpPr>
          <p:cNvPr id="6" name="文本框 5">
            <a:extLst>
              <a:ext uri="{FF2B5EF4-FFF2-40B4-BE49-F238E27FC236}">
                <a16:creationId xmlns:a16="http://schemas.microsoft.com/office/drawing/2014/main" id="{2AB89109-1178-B9A9-3781-C2C55482250E}"/>
              </a:ext>
            </a:extLst>
          </p:cNvPr>
          <p:cNvSpPr txBox="1"/>
          <p:nvPr/>
        </p:nvSpPr>
        <p:spPr>
          <a:xfrm>
            <a:off x="1465287" y="4198468"/>
            <a:ext cx="8270580" cy="400110"/>
          </a:xfrm>
          <a:prstGeom prst="rect">
            <a:avLst/>
          </a:prstGeom>
          <a:noFill/>
        </p:spPr>
        <p:txBody>
          <a:bodyPr wrap="square">
            <a:spAutoFit/>
          </a:bodyPr>
          <a:lstStyle/>
          <a:p>
            <a:pPr>
              <a:defRPr/>
            </a:pPr>
            <a:r>
              <a:rPr lang="en-US" altLang="zh-CN" sz="2000" b="1" dirty="0">
                <a:solidFill>
                  <a:schemeClr val="bg1">
                    <a:lumMod val="85000"/>
                  </a:schemeClr>
                </a:solidFill>
                <a:latin typeface="+mj-ea"/>
                <a:ea typeface="+mj-ea"/>
              </a:rPr>
              <a:t>PD-1-PD-L1 immune-checkpoint blockade in B-cell lymphomas</a:t>
            </a:r>
          </a:p>
        </p:txBody>
      </p:sp>
      <p:sp>
        <p:nvSpPr>
          <p:cNvPr id="7" name="矩形: 圆角 6">
            <a:extLst>
              <a:ext uri="{FF2B5EF4-FFF2-40B4-BE49-F238E27FC236}">
                <a16:creationId xmlns:a16="http://schemas.microsoft.com/office/drawing/2014/main" id="{DC02A5D5-4574-879C-7753-C097D886981A}"/>
              </a:ext>
            </a:extLst>
          </p:cNvPr>
          <p:cNvSpPr/>
          <p:nvPr/>
        </p:nvSpPr>
        <p:spPr>
          <a:xfrm>
            <a:off x="722337" y="4080165"/>
            <a:ext cx="668497" cy="636717"/>
          </a:xfrm>
          <a:prstGeom prst="roundRect">
            <a:avLst>
              <a:gd name="adj" fmla="val 0"/>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alpha val="70000"/>
                  </a:prstClr>
                </a:solidFill>
                <a:latin typeface="+mj-ea"/>
                <a:ea typeface="+mj-ea"/>
              </a:rPr>
              <a:t>03</a:t>
            </a:r>
            <a:endParaRPr lang="zh-CN" altLang="en-US" sz="2800" b="1" dirty="0">
              <a:solidFill>
                <a:prstClr val="white">
                  <a:alpha val="70000"/>
                </a:prstClr>
              </a:solidFill>
              <a:latin typeface="+mj-ea"/>
              <a:ea typeface="+mj-ea"/>
            </a:endParaRPr>
          </a:p>
        </p:txBody>
      </p:sp>
      <p:sp>
        <p:nvSpPr>
          <p:cNvPr id="8" name="矩形: 圆角 7">
            <a:extLst>
              <a:ext uri="{FF2B5EF4-FFF2-40B4-BE49-F238E27FC236}">
                <a16:creationId xmlns:a16="http://schemas.microsoft.com/office/drawing/2014/main" id="{EA30ABD5-9204-BE48-D401-03A7FA77F86C}"/>
              </a:ext>
            </a:extLst>
          </p:cNvPr>
          <p:cNvSpPr/>
          <p:nvPr/>
        </p:nvSpPr>
        <p:spPr>
          <a:xfrm>
            <a:off x="722337" y="5037814"/>
            <a:ext cx="668497" cy="636717"/>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dirty="0">
                <a:solidFill>
                  <a:prstClr val="white"/>
                </a:solidFill>
                <a:latin typeface="+mj-ea"/>
                <a:ea typeface="+mj-ea"/>
              </a:rPr>
              <a:t>04</a:t>
            </a:r>
            <a:endParaRPr lang="zh-CN" altLang="en-US" sz="2800" b="1" dirty="0">
              <a:solidFill>
                <a:prstClr val="white"/>
              </a:solidFill>
              <a:latin typeface="+mj-ea"/>
              <a:ea typeface="+mj-ea"/>
            </a:endParaRPr>
          </a:p>
        </p:txBody>
      </p:sp>
      <p:sp>
        <p:nvSpPr>
          <p:cNvPr id="9" name="文本框 8">
            <a:extLst>
              <a:ext uri="{FF2B5EF4-FFF2-40B4-BE49-F238E27FC236}">
                <a16:creationId xmlns:a16="http://schemas.microsoft.com/office/drawing/2014/main" id="{F0ED92FD-637F-BE60-B1C1-D161FF01AF13}"/>
              </a:ext>
            </a:extLst>
          </p:cNvPr>
          <p:cNvSpPr txBox="1"/>
          <p:nvPr/>
        </p:nvSpPr>
        <p:spPr>
          <a:xfrm>
            <a:off x="1465287" y="5156117"/>
            <a:ext cx="7974172" cy="400110"/>
          </a:xfrm>
          <a:prstGeom prst="rect">
            <a:avLst/>
          </a:prstGeom>
          <a:noFill/>
        </p:spPr>
        <p:txBody>
          <a:bodyPr wrap="square">
            <a:spAutoFit/>
          </a:bodyPr>
          <a:lstStyle/>
          <a:p>
            <a:pPr>
              <a:defRPr/>
            </a:pPr>
            <a:r>
              <a:rPr lang="zh-CN" altLang="en-US" sz="2000" b="1" dirty="0">
                <a:latin typeface="+mj-ea"/>
                <a:ea typeface="+mj-ea"/>
              </a:rPr>
              <a:t>文献阅读总结与思考</a:t>
            </a:r>
          </a:p>
        </p:txBody>
      </p:sp>
      <p:sp>
        <p:nvSpPr>
          <p:cNvPr id="10" name="矩形 9">
            <a:extLst>
              <a:ext uri="{FF2B5EF4-FFF2-40B4-BE49-F238E27FC236}">
                <a16:creationId xmlns:a16="http://schemas.microsoft.com/office/drawing/2014/main" id="{73B54D86-A0CA-EFB6-387C-3A4C4932467C}"/>
              </a:ext>
            </a:extLst>
          </p:cNvPr>
          <p:cNvSpPr/>
          <p:nvPr/>
        </p:nvSpPr>
        <p:spPr>
          <a:xfrm>
            <a:off x="160979" y="161266"/>
            <a:ext cx="11870042" cy="6535469"/>
          </a:xfrm>
          <a:prstGeom prst="rect">
            <a:avLst/>
          </a:prstGeom>
          <a:noFill/>
          <a:ln w="1905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233D194C-B657-450D-17B3-B7B2530ABB81}"/>
              </a:ext>
            </a:extLst>
          </p:cNvPr>
          <p:cNvSpPr/>
          <p:nvPr/>
        </p:nvSpPr>
        <p:spPr>
          <a:xfrm>
            <a:off x="4792835" y="161266"/>
            <a:ext cx="2606331" cy="1524340"/>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B76DC7AD-F717-664B-3EC2-C00C623670B6}"/>
              </a:ext>
            </a:extLst>
          </p:cNvPr>
          <p:cNvSpPr txBox="1"/>
          <p:nvPr/>
        </p:nvSpPr>
        <p:spPr>
          <a:xfrm>
            <a:off x="5564443" y="337552"/>
            <a:ext cx="1063113" cy="923330"/>
          </a:xfrm>
          <a:prstGeom prst="rect">
            <a:avLst/>
          </a:prstGeom>
          <a:noFill/>
        </p:spPr>
        <p:txBody>
          <a:bodyPr wrap="none" rtlCol="0">
            <a:spAutoFit/>
          </a:bodyPr>
          <a:lstStyle/>
          <a:p>
            <a:pPr algn="ctr"/>
            <a:r>
              <a:rPr lang="en-US" altLang="zh-CN" sz="5400" b="1" spc="100" dirty="0">
                <a:solidFill>
                  <a:schemeClr val="bg1"/>
                </a:solidFill>
                <a:latin typeface="+mj-ea"/>
                <a:ea typeface="+mj-ea"/>
              </a:rPr>
              <a:t>04</a:t>
            </a:r>
          </a:p>
        </p:txBody>
      </p:sp>
      <p:sp>
        <p:nvSpPr>
          <p:cNvPr id="13" name="文本框 12">
            <a:extLst>
              <a:ext uri="{FF2B5EF4-FFF2-40B4-BE49-F238E27FC236}">
                <a16:creationId xmlns:a16="http://schemas.microsoft.com/office/drawing/2014/main" id="{C5A55AFA-69F4-3A2A-AC3E-3D3EE2D98152}"/>
              </a:ext>
            </a:extLst>
          </p:cNvPr>
          <p:cNvSpPr txBox="1"/>
          <p:nvPr/>
        </p:nvSpPr>
        <p:spPr>
          <a:xfrm>
            <a:off x="5087618" y="1109210"/>
            <a:ext cx="2016771" cy="400110"/>
          </a:xfrm>
          <a:prstGeom prst="rect">
            <a:avLst/>
          </a:prstGeom>
          <a:noFill/>
        </p:spPr>
        <p:txBody>
          <a:bodyPr wrap="none" rtlCol="0">
            <a:spAutoFit/>
          </a:bodyPr>
          <a:lstStyle/>
          <a:p>
            <a:pPr algn="ctr"/>
            <a:r>
              <a:rPr lang="en-US" altLang="zh-CN" sz="2000" b="1" spc="300" dirty="0">
                <a:solidFill>
                  <a:schemeClr val="bg1">
                    <a:alpha val="80000"/>
                  </a:schemeClr>
                </a:solidFill>
                <a:latin typeface="微软雅黑" panose="020B0503020204020204" pitchFamily="34" charset="-122"/>
                <a:ea typeface="微软雅黑" panose="020B0503020204020204" pitchFamily="34" charset="-122"/>
              </a:rPr>
              <a:t>PART FOUR</a:t>
            </a:r>
          </a:p>
        </p:txBody>
      </p:sp>
    </p:spTree>
    <p:extLst>
      <p:ext uri="{BB962C8B-B14F-4D97-AF65-F5344CB8AC3E}">
        <p14:creationId xmlns:p14="http://schemas.microsoft.com/office/powerpoint/2010/main" val="2980385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5BAB1B65-F9FD-6255-3C76-15AA7A6CC46E}"/>
              </a:ext>
            </a:extLst>
          </p:cNvPr>
          <p:cNvSpPr/>
          <p:nvPr/>
        </p:nvSpPr>
        <p:spPr>
          <a:xfrm>
            <a:off x="4348256" y="2040030"/>
            <a:ext cx="3332790" cy="3332790"/>
          </a:xfrm>
          <a:prstGeom prst="ellipse">
            <a:avLst/>
          </a:prstGeom>
          <a:solidFill>
            <a:schemeClr val="accent1">
              <a:alpha val="15000"/>
            </a:schemeClr>
          </a:solidFill>
          <a:ln w="6350" cmpd="sng">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mn-ea"/>
                <a:cs typeface="+mn-cs"/>
              </a:rPr>
              <a:t>90</a:t>
            </a:r>
            <a:endParaRPr kumimoji="0" lang="zh-CN" altLang="en-US" sz="1800" b="0" i="0" u="none" strike="noStrike" kern="1200" cap="none" spc="0" normalizeH="0" baseline="0" noProof="0" dirty="0">
              <a:ln>
                <a:noFill/>
              </a:ln>
              <a:solidFill>
                <a:schemeClr val="tx1"/>
              </a:solidFill>
              <a:effectLst/>
              <a:uLnTx/>
              <a:uFillTx/>
              <a:latin typeface="+mn-ea"/>
              <a:cs typeface="+mn-cs"/>
            </a:endParaRPr>
          </a:p>
        </p:txBody>
      </p:sp>
      <p:sp>
        <p:nvSpPr>
          <p:cNvPr id="3" name="椭圆 2">
            <a:extLst>
              <a:ext uri="{FF2B5EF4-FFF2-40B4-BE49-F238E27FC236}">
                <a16:creationId xmlns:a16="http://schemas.microsoft.com/office/drawing/2014/main" id="{D5A30469-0D56-F7D0-860A-2A457DDA4052}"/>
              </a:ext>
            </a:extLst>
          </p:cNvPr>
          <p:cNvSpPr/>
          <p:nvPr/>
        </p:nvSpPr>
        <p:spPr>
          <a:xfrm>
            <a:off x="3652079" y="1343854"/>
            <a:ext cx="4725144" cy="4725142"/>
          </a:xfrm>
          <a:prstGeom prst="ellipse">
            <a:avLst/>
          </a:prstGeom>
          <a:no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 name="椭圆 3">
            <a:extLst>
              <a:ext uri="{FF2B5EF4-FFF2-40B4-BE49-F238E27FC236}">
                <a16:creationId xmlns:a16="http://schemas.microsoft.com/office/drawing/2014/main" id="{315DE666-20D5-A576-7902-9EC41FCE313F}"/>
              </a:ext>
            </a:extLst>
          </p:cNvPr>
          <p:cNvSpPr/>
          <p:nvPr/>
        </p:nvSpPr>
        <p:spPr>
          <a:xfrm>
            <a:off x="4599677" y="2291451"/>
            <a:ext cx="2829948" cy="2829948"/>
          </a:xfrm>
          <a:prstGeom prst="ellipse">
            <a:avLst/>
          </a:prstGeom>
          <a:solidFill>
            <a:schemeClr val="accent1">
              <a:alpha val="15000"/>
            </a:schemeClr>
          </a:solidFill>
          <a:ln w="6350" cmpd="sng">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5" name="椭圆 4">
            <a:extLst>
              <a:ext uri="{FF2B5EF4-FFF2-40B4-BE49-F238E27FC236}">
                <a16:creationId xmlns:a16="http://schemas.microsoft.com/office/drawing/2014/main" id="{6C033F57-9EA6-0196-F91D-7551E9625A9B}"/>
              </a:ext>
            </a:extLst>
          </p:cNvPr>
          <p:cNvSpPr/>
          <p:nvPr/>
        </p:nvSpPr>
        <p:spPr>
          <a:xfrm>
            <a:off x="4745385" y="2437159"/>
            <a:ext cx="2538532" cy="2538532"/>
          </a:xfrm>
          <a:prstGeom prst="ellipse">
            <a:avLst/>
          </a:prstGeom>
          <a:gradFill>
            <a:gsLst>
              <a:gs pos="0">
                <a:schemeClr val="accent1">
                  <a:lumMod val="90000"/>
                  <a:lumOff val="10000"/>
                </a:schemeClr>
              </a:gs>
              <a:gs pos="100000">
                <a:schemeClr val="accent1">
                  <a:lumMod val="75000"/>
                </a:schemeClr>
              </a:gs>
            </a:gsLst>
            <a:lin ang="5400000" scaled="1"/>
          </a:gradFill>
          <a:ln>
            <a:noFill/>
          </a:ln>
          <a:effectLst>
            <a:innerShdw blurRad="355600">
              <a:schemeClr val="accent1">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 name="矩形 5">
            <a:extLst>
              <a:ext uri="{FF2B5EF4-FFF2-40B4-BE49-F238E27FC236}">
                <a16:creationId xmlns:a16="http://schemas.microsoft.com/office/drawing/2014/main" id="{3E94AC8D-2C19-DDBC-2329-E3FDEED22E3D}"/>
              </a:ext>
            </a:extLst>
          </p:cNvPr>
          <p:cNvSpPr/>
          <p:nvPr/>
        </p:nvSpPr>
        <p:spPr>
          <a:xfrm>
            <a:off x="2189438" y="1635752"/>
            <a:ext cx="1467068"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endParaRPr kumimoji="0" lang="en-US" altLang="zh-CN"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7" name="矩形 6">
            <a:extLst>
              <a:ext uri="{FF2B5EF4-FFF2-40B4-BE49-F238E27FC236}">
                <a16:creationId xmlns:a16="http://schemas.microsoft.com/office/drawing/2014/main" id="{ADFB6895-C6E4-94CC-5D24-B3A728E9601F}"/>
              </a:ext>
            </a:extLst>
          </p:cNvPr>
          <p:cNvSpPr/>
          <p:nvPr/>
        </p:nvSpPr>
        <p:spPr>
          <a:xfrm>
            <a:off x="750678" y="2015121"/>
            <a:ext cx="2891936" cy="701346"/>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lang="zh-CN" altLang="en-US" sz="1600" dirty="0">
                <a:latin typeface="+mn-ea"/>
              </a:rPr>
              <a:t>请</a:t>
            </a:r>
            <a:r>
              <a:rPr kumimoji="0" lang="zh-CN" altLang="en-US" sz="1600" b="0" i="0" u="none" strike="noStrike" kern="1200" cap="none" spc="0" normalizeH="0" baseline="0" noProof="0" dirty="0">
                <a:ln>
                  <a:noFill/>
                </a:ln>
                <a:effectLst/>
                <a:uLnTx/>
                <a:uFillTx/>
                <a:latin typeface="+mn-ea"/>
                <a:cs typeface="+mn-cs"/>
              </a:rPr>
              <a:t>输入正文内容请输入正文内容请输入正文内容</a:t>
            </a:r>
          </a:p>
        </p:txBody>
      </p:sp>
      <p:sp>
        <p:nvSpPr>
          <p:cNvPr id="8" name="矩形 7">
            <a:extLst>
              <a:ext uri="{FF2B5EF4-FFF2-40B4-BE49-F238E27FC236}">
                <a16:creationId xmlns:a16="http://schemas.microsoft.com/office/drawing/2014/main" id="{48C0B8EE-3131-000A-FAA0-13230B3F01FA}"/>
              </a:ext>
            </a:extLst>
          </p:cNvPr>
          <p:cNvSpPr/>
          <p:nvPr/>
        </p:nvSpPr>
        <p:spPr>
          <a:xfrm>
            <a:off x="1678660" y="3248944"/>
            <a:ext cx="1467069"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p>
        </p:txBody>
      </p:sp>
      <p:sp>
        <p:nvSpPr>
          <p:cNvPr id="9" name="矩形 8">
            <a:extLst>
              <a:ext uri="{FF2B5EF4-FFF2-40B4-BE49-F238E27FC236}">
                <a16:creationId xmlns:a16="http://schemas.microsoft.com/office/drawing/2014/main" id="{94565A75-E9AF-5C94-83BE-8D4026C4245F}"/>
              </a:ext>
            </a:extLst>
          </p:cNvPr>
          <p:cNvSpPr/>
          <p:nvPr/>
        </p:nvSpPr>
        <p:spPr>
          <a:xfrm>
            <a:off x="591764" y="3628313"/>
            <a:ext cx="2540073" cy="701346"/>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a:t>
            </a:r>
          </a:p>
        </p:txBody>
      </p:sp>
      <p:sp>
        <p:nvSpPr>
          <p:cNvPr id="10" name="矩形 9">
            <a:extLst>
              <a:ext uri="{FF2B5EF4-FFF2-40B4-BE49-F238E27FC236}">
                <a16:creationId xmlns:a16="http://schemas.microsoft.com/office/drawing/2014/main" id="{093D8058-03DD-E71E-766F-88B5BE397EA0}"/>
              </a:ext>
            </a:extLst>
          </p:cNvPr>
          <p:cNvSpPr/>
          <p:nvPr/>
        </p:nvSpPr>
        <p:spPr>
          <a:xfrm>
            <a:off x="2189437" y="4772944"/>
            <a:ext cx="1467069"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p>
        </p:txBody>
      </p:sp>
      <p:sp>
        <p:nvSpPr>
          <p:cNvPr id="11" name="矩形 10">
            <a:extLst>
              <a:ext uri="{FF2B5EF4-FFF2-40B4-BE49-F238E27FC236}">
                <a16:creationId xmlns:a16="http://schemas.microsoft.com/office/drawing/2014/main" id="{11D1175B-65C4-2923-5BBB-587D4E616644}"/>
              </a:ext>
            </a:extLst>
          </p:cNvPr>
          <p:cNvSpPr/>
          <p:nvPr/>
        </p:nvSpPr>
        <p:spPr>
          <a:xfrm>
            <a:off x="750678" y="5152313"/>
            <a:ext cx="2891936" cy="702949"/>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a:t>
            </a:r>
          </a:p>
        </p:txBody>
      </p:sp>
      <p:sp>
        <p:nvSpPr>
          <p:cNvPr id="12" name="矩形 11">
            <a:extLst>
              <a:ext uri="{FF2B5EF4-FFF2-40B4-BE49-F238E27FC236}">
                <a16:creationId xmlns:a16="http://schemas.microsoft.com/office/drawing/2014/main" id="{818CBA29-4119-38C1-6455-E7681D600DA9}"/>
              </a:ext>
            </a:extLst>
          </p:cNvPr>
          <p:cNvSpPr/>
          <p:nvPr/>
        </p:nvSpPr>
        <p:spPr>
          <a:xfrm>
            <a:off x="8432270" y="4772944"/>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p>
        </p:txBody>
      </p:sp>
      <p:sp>
        <p:nvSpPr>
          <p:cNvPr id="13" name="矩形 12">
            <a:extLst>
              <a:ext uri="{FF2B5EF4-FFF2-40B4-BE49-F238E27FC236}">
                <a16:creationId xmlns:a16="http://schemas.microsoft.com/office/drawing/2014/main" id="{C9F16BB3-7C15-57BA-66BD-5EF679A44A11}"/>
              </a:ext>
            </a:extLst>
          </p:cNvPr>
          <p:cNvSpPr/>
          <p:nvPr/>
        </p:nvSpPr>
        <p:spPr>
          <a:xfrm>
            <a:off x="8418378" y="5152313"/>
            <a:ext cx="2891936"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a:t>
            </a:r>
          </a:p>
        </p:txBody>
      </p:sp>
      <p:sp>
        <p:nvSpPr>
          <p:cNvPr id="14" name="矩形 13">
            <a:extLst>
              <a:ext uri="{FF2B5EF4-FFF2-40B4-BE49-F238E27FC236}">
                <a16:creationId xmlns:a16="http://schemas.microsoft.com/office/drawing/2014/main" id="{02ACEBCB-4C53-D7D1-9FF4-60B6D6E66C10}"/>
              </a:ext>
            </a:extLst>
          </p:cNvPr>
          <p:cNvSpPr/>
          <p:nvPr/>
        </p:nvSpPr>
        <p:spPr>
          <a:xfrm>
            <a:off x="8418378" y="1635752"/>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p>
        </p:txBody>
      </p:sp>
      <p:sp>
        <p:nvSpPr>
          <p:cNvPr id="15" name="矩形 14">
            <a:extLst>
              <a:ext uri="{FF2B5EF4-FFF2-40B4-BE49-F238E27FC236}">
                <a16:creationId xmlns:a16="http://schemas.microsoft.com/office/drawing/2014/main" id="{63C2C9BA-2434-6BF0-F0EF-74E063BE97F6}"/>
              </a:ext>
            </a:extLst>
          </p:cNvPr>
          <p:cNvSpPr/>
          <p:nvPr/>
        </p:nvSpPr>
        <p:spPr>
          <a:xfrm>
            <a:off x="8418378" y="2015121"/>
            <a:ext cx="2891936"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a:t>
            </a:r>
          </a:p>
        </p:txBody>
      </p:sp>
      <p:sp>
        <p:nvSpPr>
          <p:cNvPr id="16" name="矩形 15">
            <a:extLst>
              <a:ext uri="{FF2B5EF4-FFF2-40B4-BE49-F238E27FC236}">
                <a16:creationId xmlns:a16="http://schemas.microsoft.com/office/drawing/2014/main" id="{720985CF-A007-6EA7-805C-0F5D04B08D5B}"/>
              </a:ext>
            </a:extLst>
          </p:cNvPr>
          <p:cNvSpPr/>
          <p:nvPr/>
        </p:nvSpPr>
        <p:spPr>
          <a:xfrm>
            <a:off x="8887358" y="3248944"/>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请输入标题</a:t>
            </a:r>
          </a:p>
        </p:txBody>
      </p:sp>
      <p:sp>
        <p:nvSpPr>
          <p:cNvPr id="17" name="矩形 16">
            <a:extLst>
              <a:ext uri="{FF2B5EF4-FFF2-40B4-BE49-F238E27FC236}">
                <a16:creationId xmlns:a16="http://schemas.microsoft.com/office/drawing/2014/main" id="{E2BDF8A1-C561-F758-D8F3-A9C6721A039A}"/>
              </a:ext>
            </a:extLst>
          </p:cNvPr>
          <p:cNvSpPr/>
          <p:nvPr/>
        </p:nvSpPr>
        <p:spPr>
          <a:xfrm>
            <a:off x="8887358" y="3628313"/>
            <a:ext cx="2553964"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a:t>
            </a:r>
          </a:p>
        </p:txBody>
      </p:sp>
      <p:sp>
        <p:nvSpPr>
          <p:cNvPr id="18" name="椭圆 17">
            <a:extLst>
              <a:ext uri="{FF2B5EF4-FFF2-40B4-BE49-F238E27FC236}">
                <a16:creationId xmlns:a16="http://schemas.microsoft.com/office/drawing/2014/main" id="{832F9CB3-97C4-B130-5179-63EAD6BFA62D}"/>
              </a:ext>
            </a:extLst>
          </p:cNvPr>
          <p:cNvSpPr/>
          <p:nvPr/>
        </p:nvSpPr>
        <p:spPr>
          <a:xfrm>
            <a:off x="3245401" y="3346118"/>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03</a:t>
            </a:r>
            <a:endParaRPr lang="zh-CN" altLang="en-US" sz="2400" b="1" dirty="0">
              <a:solidFill>
                <a:schemeClr val="accent1"/>
              </a:solidFill>
              <a:latin typeface="+mj-ea"/>
              <a:ea typeface="+mj-ea"/>
            </a:endParaRPr>
          </a:p>
        </p:txBody>
      </p:sp>
      <p:sp>
        <p:nvSpPr>
          <p:cNvPr id="19" name="椭圆 18">
            <a:extLst>
              <a:ext uri="{FF2B5EF4-FFF2-40B4-BE49-F238E27FC236}">
                <a16:creationId xmlns:a16="http://schemas.microsoft.com/office/drawing/2014/main" id="{B38FD262-FBD6-DD8B-DC1B-EF3D6A1031B4}"/>
              </a:ext>
            </a:extLst>
          </p:cNvPr>
          <p:cNvSpPr/>
          <p:nvPr/>
        </p:nvSpPr>
        <p:spPr>
          <a:xfrm>
            <a:off x="7974093" y="3346118"/>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04</a:t>
            </a:r>
            <a:endParaRPr lang="zh-CN" altLang="en-US" sz="2400" b="1" dirty="0">
              <a:solidFill>
                <a:schemeClr val="accent1"/>
              </a:solidFill>
              <a:latin typeface="+mj-ea"/>
              <a:ea typeface="+mj-ea"/>
            </a:endParaRPr>
          </a:p>
        </p:txBody>
      </p:sp>
      <p:sp>
        <p:nvSpPr>
          <p:cNvPr id="20" name="椭圆 19">
            <a:extLst>
              <a:ext uri="{FF2B5EF4-FFF2-40B4-BE49-F238E27FC236}">
                <a16:creationId xmlns:a16="http://schemas.microsoft.com/office/drawing/2014/main" id="{2F388C66-D872-F149-7F06-D0E020208997}"/>
              </a:ext>
            </a:extLst>
          </p:cNvPr>
          <p:cNvSpPr/>
          <p:nvPr/>
        </p:nvSpPr>
        <p:spPr>
          <a:xfrm>
            <a:off x="3752546" y="1732926"/>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accent1"/>
                </a:solidFill>
                <a:effectLst/>
                <a:uLnTx/>
                <a:uFillTx/>
                <a:latin typeface="+mj-ea"/>
                <a:ea typeface="+mj-ea"/>
                <a:cs typeface="+mn-cs"/>
              </a:rPr>
              <a:t>01</a:t>
            </a:r>
            <a:endParaRPr kumimoji="0" lang="zh-CN" altLang="en-US" sz="2400" b="1" i="0" u="none" strike="noStrike" kern="1200" cap="none" spc="0" normalizeH="0" baseline="0" noProof="0" dirty="0">
              <a:ln>
                <a:noFill/>
              </a:ln>
              <a:solidFill>
                <a:schemeClr val="accent1"/>
              </a:solidFill>
              <a:effectLst/>
              <a:uLnTx/>
              <a:uFillTx/>
              <a:latin typeface="+mj-ea"/>
              <a:ea typeface="+mj-ea"/>
              <a:cs typeface="+mn-cs"/>
            </a:endParaRPr>
          </a:p>
        </p:txBody>
      </p:sp>
      <p:sp>
        <p:nvSpPr>
          <p:cNvPr id="21" name="椭圆 20">
            <a:extLst>
              <a:ext uri="{FF2B5EF4-FFF2-40B4-BE49-F238E27FC236}">
                <a16:creationId xmlns:a16="http://schemas.microsoft.com/office/drawing/2014/main" id="{491CB21C-1285-C7A8-2AAA-4B2E58F41A6C}"/>
              </a:ext>
            </a:extLst>
          </p:cNvPr>
          <p:cNvSpPr/>
          <p:nvPr/>
        </p:nvSpPr>
        <p:spPr>
          <a:xfrm>
            <a:off x="3752546" y="4870118"/>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05</a:t>
            </a:r>
            <a:endParaRPr lang="zh-CN" altLang="en-US" sz="2400" b="1" dirty="0">
              <a:solidFill>
                <a:schemeClr val="accent1"/>
              </a:solidFill>
              <a:latin typeface="+mj-ea"/>
              <a:ea typeface="+mj-ea"/>
            </a:endParaRPr>
          </a:p>
        </p:txBody>
      </p:sp>
      <p:sp>
        <p:nvSpPr>
          <p:cNvPr id="22" name="椭圆 21">
            <a:extLst>
              <a:ext uri="{FF2B5EF4-FFF2-40B4-BE49-F238E27FC236}">
                <a16:creationId xmlns:a16="http://schemas.microsoft.com/office/drawing/2014/main" id="{D3D3D3F4-1C36-A773-D3A7-1B1E60CCA1B7}"/>
              </a:ext>
            </a:extLst>
          </p:cNvPr>
          <p:cNvSpPr/>
          <p:nvPr/>
        </p:nvSpPr>
        <p:spPr>
          <a:xfrm>
            <a:off x="7466948" y="4870118"/>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06</a:t>
            </a:r>
            <a:endParaRPr lang="zh-CN" altLang="en-US" sz="2400" b="1" dirty="0">
              <a:solidFill>
                <a:schemeClr val="accent1"/>
              </a:solidFill>
              <a:latin typeface="+mj-ea"/>
              <a:ea typeface="+mj-ea"/>
            </a:endParaRPr>
          </a:p>
        </p:txBody>
      </p:sp>
      <p:sp>
        <p:nvSpPr>
          <p:cNvPr id="23" name="椭圆 22">
            <a:extLst>
              <a:ext uri="{FF2B5EF4-FFF2-40B4-BE49-F238E27FC236}">
                <a16:creationId xmlns:a16="http://schemas.microsoft.com/office/drawing/2014/main" id="{7A6845EF-AC3B-CDC1-A395-3A4F01717552}"/>
              </a:ext>
            </a:extLst>
          </p:cNvPr>
          <p:cNvSpPr/>
          <p:nvPr/>
        </p:nvSpPr>
        <p:spPr>
          <a:xfrm>
            <a:off x="7466948" y="1732926"/>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02</a:t>
            </a:r>
            <a:endParaRPr lang="zh-CN" altLang="en-US" sz="2400" b="1" dirty="0">
              <a:solidFill>
                <a:schemeClr val="accent1"/>
              </a:solidFill>
              <a:latin typeface="+mj-ea"/>
              <a:ea typeface="+mj-ea"/>
            </a:endParaRPr>
          </a:p>
        </p:txBody>
      </p:sp>
      <p:sp>
        <p:nvSpPr>
          <p:cNvPr id="24" name="矩形 23">
            <a:extLst>
              <a:ext uri="{FF2B5EF4-FFF2-40B4-BE49-F238E27FC236}">
                <a16:creationId xmlns:a16="http://schemas.microsoft.com/office/drawing/2014/main" id="{65AE08CA-4922-084A-58BB-BF9A1EDEB203}"/>
              </a:ext>
            </a:extLst>
          </p:cNvPr>
          <p:cNvSpPr/>
          <p:nvPr/>
        </p:nvSpPr>
        <p:spPr>
          <a:xfrm>
            <a:off x="5306765" y="3414037"/>
            <a:ext cx="1415772"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200" b="1" dirty="0">
                <a:solidFill>
                  <a:schemeClr val="bg1"/>
                </a:solidFill>
                <a:latin typeface="+mj-ea"/>
                <a:ea typeface="+mj-ea"/>
              </a:rPr>
              <a:t>创新点</a:t>
            </a:r>
            <a:endParaRPr kumimoji="0" lang="zh-CN" altLang="en-US" sz="3200" b="1" i="0" u="none" strike="noStrike" kern="1200" cap="none" spc="0" normalizeH="0" baseline="0" noProof="0" dirty="0">
              <a:ln>
                <a:noFill/>
              </a:ln>
              <a:solidFill>
                <a:schemeClr val="bg1"/>
              </a:solidFill>
              <a:effectLst/>
              <a:uLnTx/>
              <a:uFillTx/>
              <a:latin typeface="+mj-ea"/>
              <a:ea typeface="+mj-ea"/>
              <a:cs typeface="+mn-cs"/>
            </a:endParaRPr>
          </a:p>
        </p:txBody>
      </p:sp>
      <p:sp>
        <p:nvSpPr>
          <p:cNvPr id="25" name="文本框 24">
            <a:extLst>
              <a:ext uri="{FF2B5EF4-FFF2-40B4-BE49-F238E27FC236}">
                <a16:creationId xmlns:a16="http://schemas.microsoft.com/office/drawing/2014/main" id="{3827EB7D-4EDC-CD00-27C2-B27E405FE12B}"/>
              </a:ext>
            </a:extLst>
          </p:cNvPr>
          <p:cNvSpPr txBox="1"/>
          <p:nvPr/>
        </p:nvSpPr>
        <p:spPr>
          <a:xfrm>
            <a:off x="786510" y="184607"/>
            <a:ext cx="2076209" cy="461665"/>
          </a:xfrm>
          <a:prstGeom prst="rect">
            <a:avLst/>
          </a:prstGeom>
        </p:spPr>
        <p:txBody>
          <a:bodyPr wrap="none" rtlCol="0">
            <a:spAutoFit/>
          </a:bodyPr>
          <a:lstStyle/>
          <a:p>
            <a:r>
              <a:rPr lang="en-US" altLang="zh-CN" sz="2400" b="1" spc="100" dirty="0">
                <a:solidFill>
                  <a:schemeClr val="accent1"/>
                </a:solidFill>
                <a:latin typeface="+mj-ea"/>
                <a:ea typeface="+mj-ea"/>
              </a:rPr>
              <a:t>4.1 </a:t>
            </a:r>
            <a:r>
              <a:rPr lang="zh-CN" altLang="en-US" sz="2400" b="1" spc="100" dirty="0">
                <a:solidFill>
                  <a:schemeClr val="accent1"/>
                </a:solidFill>
                <a:latin typeface="+mj-ea"/>
                <a:ea typeface="+mj-ea"/>
              </a:rPr>
              <a:t>文献总结</a:t>
            </a:r>
          </a:p>
        </p:txBody>
      </p:sp>
      <p:sp>
        <p:nvSpPr>
          <p:cNvPr id="26" name="等腰三角形 25">
            <a:extLst>
              <a:ext uri="{FF2B5EF4-FFF2-40B4-BE49-F238E27FC236}">
                <a16:creationId xmlns:a16="http://schemas.microsoft.com/office/drawing/2014/main" id="{6D7B4E3E-028C-11B1-B026-B9CD76FFF7FB}"/>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a:extLst>
              <a:ext uri="{FF2B5EF4-FFF2-40B4-BE49-F238E27FC236}">
                <a16:creationId xmlns:a16="http://schemas.microsoft.com/office/drawing/2014/main" id="{4BC5CF61-1568-B32D-E708-27BC521E8FD9}"/>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21</a:t>
            </a:r>
            <a:endParaRPr lang="zh-CN" altLang="en-US" sz="1400" b="1" dirty="0">
              <a:latin typeface="+mj-ea"/>
              <a:ea typeface="+mj-ea"/>
            </a:endParaRPr>
          </a:p>
        </p:txBody>
      </p:sp>
    </p:spTree>
    <p:extLst>
      <p:ext uri="{BB962C8B-B14F-4D97-AF65-F5344CB8AC3E}">
        <p14:creationId xmlns:p14="http://schemas.microsoft.com/office/powerpoint/2010/main" val="1282167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23EBCA-DF64-373C-9BA5-F65A89706962}"/>
              </a:ext>
            </a:extLst>
          </p:cNvPr>
          <p:cNvSpPr txBox="1"/>
          <p:nvPr/>
        </p:nvSpPr>
        <p:spPr>
          <a:xfrm>
            <a:off x="786510" y="184607"/>
            <a:ext cx="2076209" cy="461665"/>
          </a:xfrm>
          <a:prstGeom prst="rect">
            <a:avLst/>
          </a:prstGeom>
        </p:spPr>
        <p:txBody>
          <a:bodyPr wrap="none" rtlCol="0">
            <a:spAutoFit/>
          </a:bodyPr>
          <a:lstStyle/>
          <a:p>
            <a:r>
              <a:rPr lang="en-US" altLang="zh-CN" sz="2400" b="1" spc="100" dirty="0">
                <a:solidFill>
                  <a:schemeClr val="accent1"/>
                </a:solidFill>
                <a:latin typeface="+mj-ea"/>
                <a:ea typeface="+mj-ea"/>
              </a:rPr>
              <a:t>4.1 </a:t>
            </a:r>
            <a:r>
              <a:rPr lang="zh-CN" altLang="en-US" sz="2400" b="1" spc="100" dirty="0">
                <a:solidFill>
                  <a:schemeClr val="accent1"/>
                </a:solidFill>
                <a:latin typeface="+mj-ea"/>
                <a:ea typeface="+mj-ea"/>
              </a:rPr>
              <a:t>文献总结</a:t>
            </a:r>
          </a:p>
        </p:txBody>
      </p:sp>
      <p:sp>
        <p:nvSpPr>
          <p:cNvPr id="3" name="等腰三角形 2">
            <a:extLst>
              <a:ext uri="{FF2B5EF4-FFF2-40B4-BE49-F238E27FC236}">
                <a16:creationId xmlns:a16="http://schemas.microsoft.com/office/drawing/2014/main" id="{0F1375A2-F35A-265C-B076-85A70C725754}"/>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6861C07B-C319-48F0-60C2-805F3D407C78}"/>
              </a:ext>
            </a:extLst>
          </p:cNvPr>
          <p:cNvSpPr/>
          <p:nvPr/>
        </p:nvSpPr>
        <p:spPr>
          <a:xfrm>
            <a:off x="876300" y="940899"/>
            <a:ext cx="3286696" cy="5541878"/>
          </a:xfrm>
          <a:prstGeom prst="rect">
            <a:avLst/>
          </a:prstGeom>
          <a:gradFill flip="none" rotWithShape="1">
            <a:gsLst>
              <a:gs pos="50000">
                <a:schemeClr val="accent1">
                  <a:alpha val="32000"/>
                  <a:lumMod val="19000"/>
                  <a:lumOff val="81000"/>
                </a:schemeClr>
              </a:gs>
              <a:gs pos="0">
                <a:schemeClr val="accent1">
                  <a:lumMod val="20000"/>
                  <a:lumOff val="80000"/>
                  <a:alpha val="0"/>
                </a:schemeClr>
              </a:gs>
              <a:gs pos="100000">
                <a:schemeClr val="accent1">
                  <a:lumMod val="20000"/>
                  <a:lumOff val="80000"/>
                  <a:alpha val="0"/>
                </a:schemeClr>
              </a:gs>
            </a:gsLst>
            <a:lin ang="5400000" scaled="1"/>
            <a:tileRect/>
          </a:gradFill>
          <a:ln w="9525">
            <a:gradFill>
              <a:gsLst>
                <a:gs pos="16000">
                  <a:schemeClr val="accent1">
                    <a:alpha val="0"/>
                  </a:schemeClr>
                </a:gs>
                <a:gs pos="50000">
                  <a:schemeClr val="accent1">
                    <a:alpha val="40000"/>
                  </a:schemeClr>
                </a:gs>
                <a:gs pos="85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5" name="文本框 4">
            <a:extLst>
              <a:ext uri="{FF2B5EF4-FFF2-40B4-BE49-F238E27FC236}">
                <a16:creationId xmlns:a16="http://schemas.microsoft.com/office/drawing/2014/main" id="{FAA3EECB-EBBE-B953-C072-F66E73D8FBC4}"/>
              </a:ext>
            </a:extLst>
          </p:cNvPr>
          <p:cNvSpPr txBox="1"/>
          <p:nvPr/>
        </p:nvSpPr>
        <p:spPr>
          <a:xfrm>
            <a:off x="1116519" y="3433998"/>
            <a:ext cx="2806258" cy="154978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请输入正文内容请输入正文内容请输入正文内容请输入正文内容请输入正文内容请输入正文内容请输入正文内容请输入正文内容</a:t>
            </a:r>
          </a:p>
        </p:txBody>
      </p:sp>
      <p:sp>
        <p:nvSpPr>
          <p:cNvPr id="6" name="文本框 5">
            <a:extLst>
              <a:ext uri="{FF2B5EF4-FFF2-40B4-BE49-F238E27FC236}">
                <a16:creationId xmlns:a16="http://schemas.microsoft.com/office/drawing/2014/main" id="{3EA898E8-4A98-F1C3-3AD1-085517E6A122}"/>
              </a:ext>
            </a:extLst>
          </p:cNvPr>
          <p:cNvSpPr txBox="1"/>
          <p:nvPr/>
        </p:nvSpPr>
        <p:spPr>
          <a:xfrm>
            <a:off x="1652080" y="2934137"/>
            <a:ext cx="1735137"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noProof="0" dirty="0">
                <a:ln>
                  <a:noFill/>
                </a:ln>
                <a:solidFill>
                  <a:schemeClr val="accent1"/>
                </a:solidFill>
                <a:effectLst/>
                <a:uLnTx/>
                <a:uFillTx/>
                <a:latin typeface="+mj-ea"/>
                <a:ea typeface="+mj-ea"/>
                <a:cs typeface="+mn-cs"/>
              </a:rPr>
              <a:t>借鉴点一</a:t>
            </a:r>
          </a:p>
        </p:txBody>
      </p:sp>
      <p:grpSp>
        <p:nvGrpSpPr>
          <p:cNvPr id="7" name="组合 6">
            <a:extLst>
              <a:ext uri="{FF2B5EF4-FFF2-40B4-BE49-F238E27FC236}">
                <a16:creationId xmlns:a16="http://schemas.microsoft.com/office/drawing/2014/main" id="{782FF592-3889-59F8-872F-0EE1A2B3737F}"/>
              </a:ext>
            </a:extLst>
          </p:cNvPr>
          <p:cNvGrpSpPr/>
          <p:nvPr/>
        </p:nvGrpSpPr>
        <p:grpSpPr>
          <a:xfrm>
            <a:off x="1843585" y="1342058"/>
            <a:ext cx="1352126" cy="1352127"/>
            <a:chOff x="2175781" y="1364092"/>
            <a:chExt cx="1170250" cy="1170251"/>
          </a:xfrm>
        </p:grpSpPr>
        <p:sp>
          <p:nvSpPr>
            <p:cNvPr id="8" name="椭圆 7">
              <a:extLst>
                <a:ext uri="{FF2B5EF4-FFF2-40B4-BE49-F238E27FC236}">
                  <a16:creationId xmlns:a16="http://schemas.microsoft.com/office/drawing/2014/main" id="{EFB1D054-326D-BBD9-FD92-A5FEAD367E73}"/>
                </a:ext>
              </a:extLst>
            </p:cNvPr>
            <p:cNvSpPr/>
            <p:nvPr/>
          </p:nvSpPr>
          <p:spPr>
            <a:xfrm rot="19741494">
              <a:off x="2175781" y="1364092"/>
              <a:ext cx="1170250" cy="1170251"/>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9" name="椭圆 8">
              <a:extLst>
                <a:ext uri="{FF2B5EF4-FFF2-40B4-BE49-F238E27FC236}">
                  <a16:creationId xmlns:a16="http://schemas.microsoft.com/office/drawing/2014/main" id="{9127B128-CF6D-FFE2-FF75-F7B9353B585D}"/>
                </a:ext>
              </a:extLst>
            </p:cNvPr>
            <p:cNvSpPr/>
            <p:nvPr/>
          </p:nvSpPr>
          <p:spPr>
            <a:xfrm>
              <a:off x="2356448" y="1544757"/>
              <a:ext cx="808921" cy="808921"/>
            </a:xfrm>
            <a:prstGeom prst="ellipse">
              <a:avLst/>
            </a:prstGeom>
            <a:gradFill flip="none" rotWithShape="1">
              <a:gsLst>
                <a:gs pos="0">
                  <a:schemeClr val="accent1">
                    <a:lumMod val="90000"/>
                    <a:lumOff val="10000"/>
                  </a:schemeClr>
                </a:gs>
                <a:gs pos="69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grpSp>
      <p:sp>
        <p:nvSpPr>
          <p:cNvPr id="10" name="文本框 9">
            <a:extLst>
              <a:ext uri="{FF2B5EF4-FFF2-40B4-BE49-F238E27FC236}">
                <a16:creationId xmlns:a16="http://schemas.microsoft.com/office/drawing/2014/main" id="{61388AE0-3C0A-9A3D-7BEF-47A5603472B9}"/>
              </a:ext>
            </a:extLst>
          </p:cNvPr>
          <p:cNvSpPr txBox="1"/>
          <p:nvPr/>
        </p:nvSpPr>
        <p:spPr>
          <a:xfrm>
            <a:off x="2160083" y="1756511"/>
            <a:ext cx="71913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mj-ea"/>
                <a:ea typeface="+mj-ea"/>
                <a:cs typeface="+mn-cs"/>
              </a:rPr>
              <a:t>01</a:t>
            </a:r>
            <a:endParaRPr kumimoji="0" lang="zh-CN" altLang="en-US" sz="2800" b="1" i="0" u="none" strike="noStrike" kern="1200" cap="none" spc="0" normalizeH="0" baseline="0" noProof="0" dirty="0">
              <a:ln>
                <a:noFill/>
              </a:ln>
              <a:solidFill>
                <a:prstClr val="white"/>
              </a:solidFill>
              <a:effectLst/>
              <a:uLnTx/>
              <a:uFillTx/>
              <a:latin typeface="+mj-ea"/>
              <a:ea typeface="+mj-ea"/>
              <a:cs typeface="+mn-cs"/>
            </a:endParaRPr>
          </a:p>
        </p:txBody>
      </p:sp>
      <p:sp>
        <p:nvSpPr>
          <p:cNvPr id="11" name="矩形 10">
            <a:extLst>
              <a:ext uri="{FF2B5EF4-FFF2-40B4-BE49-F238E27FC236}">
                <a16:creationId xmlns:a16="http://schemas.microsoft.com/office/drawing/2014/main" id="{902BC806-C54F-8B08-DE4C-9AD1C86C335F}"/>
              </a:ext>
            </a:extLst>
          </p:cNvPr>
          <p:cNvSpPr/>
          <p:nvPr/>
        </p:nvSpPr>
        <p:spPr>
          <a:xfrm>
            <a:off x="4465393" y="940899"/>
            <a:ext cx="3286696" cy="5541878"/>
          </a:xfrm>
          <a:prstGeom prst="rect">
            <a:avLst/>
          </a:prstGeom>
          <a:gradFill flip="none" rotWithShape="1">
            <a:gsLst>
              <a:gs pos="50000">
                <a:schemeClr val="accent1">
                  <a:alpha val="32000"/>
                  <a:lumMod val="19000"/>
                  <a:lumOff val="81000"/>
                </a:schemeClr>
              </a:gs>
              <a:gs pos="0">
                <a:schemeClr val="accent1">
                  <a:lumMod val="20000"/>
                  <a:lumOff val="80000"/>
                  <a:alpha val="0"/>
                </a:schemeClr>
              </a:gs>
              <a:gs pos="100000">
                <a:schemeClr val="accent1">
                  <a:lumMod val="20000"/>
                  <a:lumOff val="80000"/>
                  <a:alpha val="0"/>
                </a:schemeClr>
              </a:gs>
            </a:gsLst>
            <a:lin ang="5400000" scaled="1"/>
            <a:tileRect/>
          </a:gradFill>
          <a:ln w="9525">
            <a:gradFill>
              <a:gsLst>
                <a:gs pos="16000">
                  <a:schemeClr val="accent1">
                    <a:alpha val="0"/>
                  </a:schemeClr>
                </a:gs>
                <a:gs pos="50000">
                  <a:schemeClr val="accent1">
                    <a:alpha val="40000"/>
                  </a:schemeClr>
                </a:gs>
                <a:gs pos="85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12" name="矩形 11">
            <a:extLst>
              <a:ext uri="{FF2B5EF4-FFF2-40B4-BE49-F238E27FC236}">
                <a16:creationId xmlns:a16="http://schemas.microsoft.com/office/drawing/2014/main" id="{4243962F-29B9-E1A3-E2D6-3EB8C59206FE}"/>
              </a:ext>
            </a:extLst>
          </p:cNvPr>
          <p:cNvSpPr/>
          <p:nvPr/>
        </p:nvSpPr>
        <p:spPr>
          <a:xfrm>
            <a:off x="8054487" y="940899"/>
            <a:ext cx="3286696" cy="5541878"/>
          </a:xfrm>
          <a:prstGeom prst="rect">
            <a:avLst/>
          </a:prstGeom>
          <a:gradFill flip="none" rotWithShape="1">
            <a:gsLst>
              <a:gs pos="50000">
                <a:schemeClr val="accent1">
                  <a:alpha val="32000"/>
                  <a:lumMod val="19000"/>
                  <a:lumOff val="81000"/>
                </a:schemeClr>
              </a:gs>
              <a:gs pos="0">
                <a:schemeClr val="accent1">
                  <a:lumMod val="20000"/>
                  <a:lumOff val="80000"/>
                  <a:alpha val="0"/>
                </a:schemeClr>
              </a:gs>
              <a:gs pos="100000">
                <a:schemeClr val="accent1">
                  <a:lumMod val="20000"/>
                  <a:lumOff val="80000"/>
                  <a:alpha val="0"/>
                </a:schemeClr>
              </a:gs>
            </a:gsLst>
            <a:lin ang="5400000" scaled="1"/>
            <a:tileRect/>
          </a:gradFill>
          <a:ln w="9525">
            <a:gradFill>
              <a:gsLst>
                <a:gs pos="16000">
                  <a:schemeClr val="accent1">
                    <a:alpha val="0"/>
                  </a:schemeClr>
                </a:gs>
                <a:gs pos="50000">
                  <a:schemeClr val="accent1">
                    <a:alpha val="40000"/>
                  </a:schemeClr>
                </a:gs>
                <a:gs pos="85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13" name="文本框 12">
            <a:extLst>
              <a:ext uri="{FF2B5EF4-FFF2-40B4-BE49-F238E27FC236}">
                <a16:creationId xmlns:a16="http://schemas.microsoft.com/office/drawing/2014/main" id="{728FBB28-2795-684A-E0D7-4FA26B2AEC09}"/>
              </a:ext>
            </a:extLst>
          </p:cNvPr>
          <p:cNvSpPr txBox="1"/>
          <p:nvPr/>
        </p:nvSpPr>
        <p:spPr>
          <a:xfrm>
            <a:off x="4705612" y="3433998"/>
            <a:ext cx="2806258" cy="154978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请输入正文内容请输入正文内容请输入正文内容请输入正文内容请输入正文内容请输入正文内容请输入正文内容请输入正文内容</a:t>
            </a:r>
          </a:p>
        </p:txBody>
      </p:sp>
      <p:sp>
        <p:nvSpPr>
          <p:cNvPr id="14" name="文本框 13">
            <a:extLst>
              <a:ext uri="{FF2B5EF4-FFF2-40B4-BE49-F238E27FC236}">
                <a16:creationId xmlns:a16="http://schemas.microsoft.com/office/drawing/2014/main" id="{1C2282B6-A8F5-DB93-7363-593C0848512D}"/>
              </a:ext>
            </a:extLst>
          </p:cNvPr>
          <p:cNvSpPr txBox="1"/>
          <p:nvPr/>
        </p:nvSpPr>
        <p:spPr>
          <a:xfrm>
            <a:off x="5241173" y="2934137"/>
            <a:ext cx="1735137"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noProof="0" dirty="0">
                <a:ln>
                  <a:noFill/>
                </a:ln>
                <a:solidFill>
                  <a:schemeClr val="accent1"/>
                </a:solidFill>
                <a:effectLst/>
                <a:uLnTx/>
                <a:uFillTx/>
                <a:latin typeface="+mj-ea"/>
                <a:ea typeface="+mj-ea"/>
                <a:cs typeface="+mn-cs"/>
              </a:rPr>
              <a:t>借鉴点二</a:t>
            </a:r>
          </a:p>
        </p:txBody>
      </p:sp>
      <p:grpSp>
        <p:nvGrpSpPr>
          <p:cNvPr id="15" name="组合 14">
            <a:extLst>
              <a:ext uri="{FF2B5EF4-FFF2-40B4-BE49-F238E27FC236}">
                <a16:creationId xmlns:a16="http://schemas.microsoft.com/office/drawing/2014/main" id="{F547EDF9-0D29-399D-5293-43382DA53556}"/>
              </a:ext>
            </a:extLst>
          </p:cNvPr>
          <p:cNvGrpSpPr/>
          <p:nvPr/>
        </p:nvGrpSpPr>
        <p:grpSpPr>
          <a:xfrm>
            <a:off x="5432678" y="1342058"/>
            <a:ext cx="1352126" cy="1352127"/>
            <a:chOff x="2175781" y="1364092"/>
            <a:chExt cx="1170250" cy="1170251"/>
          </a:xfrm>
        </p:grpSpPr>
        <p:sp>
          <p:nvSpPr>
            <p:cNvPr id="16" name="椭圆 15">
              <a:extLst>
                <a:ext uri="{FF2B5EF4-FFF2-40B4-BE49-F238E27FC236}">
                  <a16:creationId xmlns:a16="http://schemas.microsoft.com/office/drawing/2014/main" id="{E936A0FA-9B45-796D-1D2C-5962BC5C9F5F}"/>
                </a:ext>
              </a:extLst>
            </p:cNvPr>
            <p:cNvSpPr/>
            <p:nvPr/>
          </p:nvSpPr>
          <p:spPr>
            <a:xfrm rot="19741494">
              <a:off x="2175781" y="1364092"/>
              <a:ext cx="1170250" cy="1170251"/>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17" name="椭圆 16">
              <a:extLst>
                <a:ext uri="{FF2B5EF4-FFF2-40B4-BE49-F238E27FC236}">
                  <a16:creationId xmlns:a16="http://schemas.microsoft.com/office/drawing/2014/main" id="{61B13ED3-9E63-5ED0-C287-C4306217AF6D}"/>
                </a:ext>
              </a:extLst>
            </p:cNvPr>
            <p:cNvSpPr/>
            <p:nvPr/>
          </p:nvSpPr>
          <p:spPr>
            <a:xfrm>
              <a:off x="2356448" y="1544757"/>
              <a:ext cx="808921" cy="808921"/>
            </a:xfrm>
            <a:prstGeom prst="ellipse">
              <a:avLst/>
            </a:prstGeom>
            <a:gradFill flip="none" rotWithShape="1">
              <a:gsLst>
                <a:gs pos="0">
                  <a:schemeClr val="accent1">
                    <a:lumMod val="90000"/>
                    <a:lumOff val="10000"/>
                  </a:schemeClr>
                </a:gs>
                <a:gs pos="69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grpSp>
      <p:sp>
        <p:nvSpPr>
          <p:cNvPr id="18" name="文本框 17">
            <a:extLst>
              <a:ext uri="{FF2B5EF4-FFF2-40B4-BE49-F238E27FC236}">
                <a16:creationId xmlns:a16="http://schemas.microsoft.com/office/drawing/2014/main" id="{89ABAAF3-23E3-FE8A-D77A-26D5E99E92E8}"/>
              </a:ext>
            </a:extLst>
          </p:cNvPr>
          <p:cNvSpPr txBox="1"/>
          <p:nvPr/>
        </p:nvSpPr>
        <p:spPr>
          <a:xfrm>
            <a:off x="5749176" y="1756511"/>
            <a:ext cx="71913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mj-ea"/>
                <a:ea typeface="+mj-ea"/>
                <a:cs typeface="+mn-cs"/>
              </a:rPr>
              <a:t>02</a:t>
            </a:r>
            <a:endParaRPr kumimoji="0" lang="zh-CN" altLang="en-US" sz="2800" b="1" i="0" u="none" strike="noStrike" kern="1200" cap="none" spc="0" normalizeH="0" baseline="0" noProof="0" dirty="0">
              <a:ln>
                <a:noFill/>
              </a:ln>
              <a:solidFill>
                <a:prstClr val="white"/>
              </a:solidFill>
              <a:effectLst/>
              <a:uLnTx/>
              <a:uFillTx/>
              <a:latin typeface="+mj-ea"/>
              <a:ea typeface="+mj-ea"/>
              <a:cs typeface="+mn-cs"/>
            </a:endParaRPr>
          </a:p>
        </p:txBody>
      </p:sp>
      <p:sp>
        <p:nvSpPr>
          <p:cNvPr id="19" name="文本框 18">
            <a:extLst>
              <a:ext uri="{FF2B5EF4-FFF2-40B4-BE49-F238E27FC236}">
                <a16:creationId xmlns:a16="http://schemas.microsoft.com/office/drawing/2014/main" id="{7190DE31-BD16-D614-FB70-EEB948A864F2}"/>
              </a:ext>
            </a:extLst>
          </p:cNvPr>
          <p:cNvSpPr txBox="1"/>
          <p:nvPr/>
        </p:nvSpPr>
        <p:spPr>
          <a:xfrm>
            <a:off x="8294706" y="3433998"/>
            <a:ext cx="2806258" cy="154978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effectLst/>
                <a:uLnTx/>
                <a:uFillTx/>
                <a:latin typeface="+mn-ea"/>
                <a:cs typeface="+mn-cs"/>
              </a:rPr>
              <a:t>请输入正文内容请输入正文内容请输入正文内容请输入正文内容请输入正文内容请输入正文内容请输入正文内容请输入正文内容</a:t>
            </a:r>
          </a:p>
        </p:txBody>
      </p:sp>
      <p:sp>
        <p:nvSpPr>
          <p:cNvPr id="20" name="文本框 19">
            <a:extLst>
              <a:ext uri="{FF2B5EF4-FFF2-40B4-BE49-F238E27FC236}">
                <a16:creationId xmlns:a16="http://schemas.microsoft.com/office/drawing/2014/main" id="{6BC5EE5B-F601-A4A4-3A6A-F74B7A1B5EDA}"/>
              </a:ext>
            </a:extLst>
          </p:cNvPr>
          <p:cNvSpPr txBox="1"/>
          <p:nvPr/>
        </p:nvSpPr>
        <p:spPr>
          <a:xfrm>
            <a:off x="8830267" y="2934137"/>
            <a:ext cx="1735137"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100" normalizeH="0" noProof="0" dirty="0">
                <a:ln>
                  <a:noFill/>
                </a:ln>
                <a:solidFill>
                  <a:schemeClr val="accent1"/>
                </a:solidFill>
                <a:effectLst/>
                <a:uLnTx/>
                <a:uFillTx/>
                <a:latin typeface="+mj-ea"/>
                <a:ea typeface="+mj-ea"/>
                <a:cs typeface="+mn-cs"/>
              </a:rPr>
              <a:t>借鉴点三</a:t>
            </a:r>
          </a:p>
        </p:txBody>
      </p:sp>
      <p:grpSp>
        <p:nvGrpSpPr>
          <p:cNvPr id="21" name="组合 20">
            <a:extLst>
              <a:ext uri="{FF2B5EF4-FFF2-40B4-BE49-F238E27FC236}">
                <a16:creationId xmlns:a16="http://schemas.microsoft.com/office/drawing/2014/main" id="{C10FA09E-4794-F7BF-AE2E-4DA2A6A72FB1}"/>
              </a:ext>
            </a:extLst>
          </p:cNvPr>
          <p:cNvGrpSpPr/>
          <p:nvPr/>
        </p:nvGrpSpPr>
        <p:grpSpPr>
          <a:xfrm>
            <a:off x="9021772" y="1342058"/>
            <a:ext cx="1352126" cy="1352127"/>
            <a:chOff x="2175781" y="1364092"/>
            <a:chExt cx="1170250" cy="1170251"/>
          </a:xfrm>
        </p:grpSpPr>
        <p:sp>
          <p:nvSpPr>
            <p:cNvPr id="22" name="椭圆 21">
              <a:extLst>
                <a:ext uri="{FF2B5EF4-FFF2-40B4-BE49-F238E27FC236}">
                  <a16:creationId xmlns:a16="http://schemas.microsoft.com/office/drawing/2014/main" id="{D1C4A83E-8967-5A40-0907-369E73D4056C}"/>
                </a:ext>
              </a:extLst>
            </p:cNvPr>
            <p:cNvSpPr/>
            <p:nvPr/>
          </p:nvSpPr>
          <p:spPr>
            <a:xfrm rot="19741494">
              <a:off x="2175781" y="1364092"/>
              <a:ext cx="1170250" cy="1170251"/>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sp>
          <p:nvSpPr>
            <p:cNvPr id="23" name="椭圆 22">
              <a:extLst>
                <a:ext uri="{FF2B5EF4-FFF2-40B4-BE49-F238E27FC236}">
                  <a16:creationId xmlns:a16="http://schemas.microsoft.com/office/drawing/2014/main" id="{D8E5C551-21CB-54FD-E4AE-813760A08967}"/>
                </a:ext>
              </a:extLst>
            </p:cNvPr>
            <p:cNvSpPr/>
            <p:nvPr/>
          </p:nvSpPr>
          <p:spPr>
            <a:xfrm>
              <a:off x="2356448" y="1544757"/>
              <a:ext cx="808921" cy="808921"/>
            </a:xfrm>
            <a:prstGeom prst="ellipse">
              <a:avLst/>
            </a:prstGeom>
            <a:gradFill flip="none" rotWithShape="1">
              <a:gsLst>
                <a:gs pos="0">
                  <a:schemeClr val="accent1">
                    <a:lumMod val="90000"/>
                    <a:lumOff val="10000"/>
                  </a:schemeClr>
                </a:gs>
                <a:gs pos="69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a:cs typeface="+mn-cs"/>
              </a:endParaRPr>
            </a:p>
          </p:txBody>
        </p:sp>
      </p:grpSp>
      <p:sp>
        <p:nvSpPr>
          <p:cNvPr id="24" name="文本框 23">
            <a:extLst>
              <a:ext uri="{FF2B5EF4-FFF2-40B4-BE49-F238E27FC236}">
                <a16:creationId xmlns:a16="http://schemas.microsoft.com/office/drawing/2014/main" id="{7144E4FA-C5CF-254A-32CF-623D9CAA22D5}"/>
              </a:ext>
            </a:extLst>
          </p:cNvPr>
          <p:cNvSpPr txBox="1"/>
          <p:nvPr/>
        </p:nvSpPr>
        <p:spPr>
          <a:xfrm>
            <a:off x="9338270" y="1756511"/>
            <a:ext cx="71913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mj-ea"/>
                <a:ea typeface="+mj-ea"/>
                <a:cs typeface="+mn-cs"/>
              </a:rPr>
              <a:t>03</a:t>
            </a:r>
            <a:endParaRPr kumimoji="0" lang="zh-CN" altLang="en-US" sz="2800" b="1" i="0" u="none" strike="noStrike" kern="1200" cap="none" spc="0" normalizeH="0" baseline="0" noProof="0" dirty="0">
              <a:ln>
                <a:noFill/>
              </a:ln>
              <a:solidFill>
                <a:prstClr val="white"/>
              </a:solidFill>
              <a:effectLst/>
              <a:uLnTx/>
              <a:uFillTx/>
              <a:latin typeface="+mj-ea"/>
              <a:ea typeface="+mj-ea"/>
              <a:cs typeface="+mn-cs"/>
            </a:endParaRPr>
          </a:p>
        </p:txBody>
      </p:sp>
      <p:sp>
        <p:nvSpPr>
          <p:cNvPr id="25" name="矩形 24">
            <a:extLst>
              <a:ext uri="{FF2B5EF4-FFF2-40B4-BE49-F238E27FC236}">
                <a16:creationId xmlns:a16="http://schemas.microsoft.com/office/drawing/2014/main" id="{DDD4FED4-799C-EF1A-6176-5A615B6076BD}"/>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22</a:t>
            </a:r>
            <a:endParaRPr lang="zh-CN" altLang="en-US" sz="1400" b="1" dirty="0">
              <a:latin typeface="+mj-ea"/>
              <a:ea typeface="+mj-ea"/>
            </a:endParaRPr>
          </a:p>
        </p:txBody>
      </p:sp>
    </p:spTree>
    <p:extLst>
      <p:ext uri="{BB962C8B-B14F-4D97-AF65-F5344CB8AC3E}">
        <p14:creationId xmlns:p14="http://schemas.microsoft.com/office/powerpoint/2010/main" val="3666687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4ED95615-81F2-083D-A59B-626FF721E844}"/>
              </a:ext>
            </a:extLst>
          </p:cNvPr>
          <p:cNvSpPr/>
          <p:nvPr/>
        </p:nvSpPr>
        <p:spPr>
          <a:xfrm>
            <a:off x="874713" y="1186814"/>
            <a:ext cx="10574337" cy="1388117"/>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 name="任意多边形: 形状 2">
            <a:extLst>
              <a:ext uri="{FF2B5EF4-FFF2-40B4-BE49-F238E27FC236}">
                <a16:creationId xmlns:a16="http://schemas.microsoft.com/office/drawing/2014/main" id="{BC7B687E-2A21-2482-6623-EED8A7D719BE}"/>
              </a:ext>
            </a:extLst>
          </p:cNvPr>
          <p:cNvSpPr/>
          <p:nvPr/>
        </p:nvSpPr>
        <p:spPr>
          <a:xfrm flipH="1">
            <a:off x="877941" y="1180190"/>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a:gsLst>
              <a:gs pos="0">
                <a:schemeClr val="accent1"/>
              </a:gs>
              <a:gs pos="98000">
                <a:schemeClr val="accent1">
                  <a:lumMod val="5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645692D4-C256-A532-DADA-4ED2398623FB}"/>
              </a:ext>
            </a:extLst>
          </p:cNvPr>
          <p:cNvSpPr txBox="1"/>
          <p:nvPr/>
        </p:nvSpPr>
        <p:spPr>
          <a:xfrm>
            <a:off x="1019850" y="1697129"/>
            <a:ext cx="1338828" cy="369332"/>
          </a:xfrm>
          <a:prstGeom prst="rect">
            <a:avLst/>
          </a:prstGeom>
          <a:noFill/>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j-ea"/>
                <a:ea typeface="+mj-ea"/>
                <a:cs typeface="+mn-cs"/>
              </a:rPr>
              <a:t>请输入标题</a:t>
            </a:r>
          </a:p>
        </p:txBody>
      </p:sp>
      <p:sp>
        <p:nvSpPr>
          <p:cNvPr id="5" name="文本框 4">
            <a:extLst>
              <a:ext uri="{FF2B5EF4-FFF2-40B4-BE49-F238E27FC236}">
                <a16:creationId xmlns:a16="http://schemas.microsoft.com/office/drawing/2014/main" id="{810650D6-0D4E-D79B-276E-07774A04AFE8}"/>
              </a:ext>
            </a:extLst>
          </p:cNvPr>
          <p:cNvSpPr txBox="1"/>
          <p:nvPr/>
        </p:nvSpPr>
        <p:spPr>
          <a:xfrm>
            <a:off x="3007214" y="1369001"/>
            <a:ext cx="7963470" cy="1023742"/>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lang="zh-CN" altLang="en-US" sz="1400" dirty="0">
                <a:solidFill>
                  <a:srgbClr val="47393A"/>
                </a:solidFill>
                <a:latin typeface="+mn-ea"/>
              </a:rPr>
              <a:t>请</a:t>
            </a:r>
            <a:r>
              <a:rPr kumimoji="0" lang="zh-CN" altLang="en-US" sz="1400" b="0" i="0" u="none" strike="noStrike" kern="1200" cap="none" spc="0" normalizeH="0" baseline="0" noProof="0" dirty="0">
                <a:ln>
                  <a:noFill/>
                </a:ln>
                <a:solidFill>
                  <a:srgbClr val="47393A"/>
                </a:solidFill>
                <a:effectLst/>
                <a:uLnTx/>
                <a:uFillTx/>
                <a:latin typeface="+mn-ea"/>
                <a:cs typeface="+mn-cs"/>
              </a:rPr>
              <a:t>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a:t>
            </a:r>
          </a:p>
        </p:txBody>
      </p:sp>
      <p:sp>
        <p:nvSpPr>
          <p:cNvPr id="14" name="文本框 13">
            <a:extLst>
              <a:ext uri="{FF2B5EF4-FFF2-40B4-BE49-F238E27FC236}">
                <a16:creationId xmlns:a16="http://schemas.microsoft.com/office/drawing/2014/main" id="{D3B12835-A990-A086-FF04-36BF986EC5A5}"/>
              </a:ext>
            </a:extLst>
          </p:cNvPr>
          <p:cNvSpPr txBox="1"/>
          <p:nvPr/>
        </p:nvSpPr>
        <p:spPr>
          <a:xfrm>
            <a:off x="786510" y="184607"/>
            <a:ext cx="2076209" cy="461665"/>
          </a:xfrm>
          <a:prstGeom prst="rect">
            <a:avLst/>
          </a:prstGeom>
        </p:spPr>
        <p:txBody>
          <a:bodyPr wrap="none" rtlCol="0">
            <a:spAutoFit/>
          </a:bodyPr>
          <a:lstStyle/>
          <a:p>
            <a:r>
              <a:rPr lang="en-US" altLang="zh-CN" sz="2400" b="1" spc="100" dirty="0">
                <a:solidFill>
                  <a:schemeClr val="accent1"/>
                </a:solidFill>
                <a:latin typeface="+mj-ea"/>
                <a:ea typeface="+mj-ea"/>
              </a:rPr>
              <a:t>4.2 </a:t>
            </a:r>
            <a:r>
              <a:rPr lang="zh-CN" altLang="en-US" sz="2400" b="1" spc="100" dirty="0">
                <a:solidFill>
                  <a:schemeClr val="accent1"/>
                </a:solidFill>
                <a:latin typeface="+mj-ea"/>
                <a:ea typeface="+mj-ea"/>
              </a:rPr>
              <a:t>阅读反思</a:t>
            </a:r>
          </a:p>
        </p:txBody>
      </p:sp>
      <p:sp>
        <p:nvSpPr>
          <p:cNvPr id="15" name="等腰三角形 14">
            <a:extLst>
              <a:ext uri="{FF2B5EF4-FFF2-40B4-BE49-F238E27FC236}">
                <a16:creationId xmlns:a16="http://schemas.microsoft.com/office/drawing/2014/main" id="{1591F9DC-9D38-D3C4-22CC-917A3344F6FA}"/>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圆角 21">
            <a:extLst>
              <a:ext uri="{FF2B5EF4-FFF2-40B4-BE49-F238E27FC236}">
                <a16:creationId xmlns:a16="http://schemas.microsoft.com/office/drawing/2014/main" id="{31C7DF9C-E5CC-8A02-E993-9A2AFE4C50F3}"/>
              </a:ext>
            </a:extLst>
          </p:cNvPr>
          <p:cNvSpPr/>
          <p:nvPr/>
        </p:nvSpPr>
        <p:spPr>
          <a:xfrm>
            <a:off x="874713" y="2876047"/>
            <a:ext cx="10574337" cy="1388117"/>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3" name="任意多边形: 形状 22">
            <a:extLst>
              <a:ext uri="{FF2B5EF4-FFF2-40B4-BE49-F238E27FC236}">
                <a16:creationId xmlns:a16="http://schemas.microsoft.com/office/drawing/2014/main" id="{ACA7C5D1-6439-C6C1-7876-5B61C5065151}"/>
              </a:ext>
            </a:extLst>
          </p:cNvPr>
          <p:cNvSpPr/>
          <p:nvPr/>
        </p:nvSpPr>
        <p:spPr>
          <a:xfrm flipH="1">
            <a:off x="877941" y="2869423"/>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a:gsLst>
              <a:gs pos="0">
                <a:schemeClr val="accent1"/>
              </a:gs>
              <a:gs pos="98000">
                <a:schemeClr val="accent1">
                  <a:lumMod val="5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4" name="文本框 23">
            <a:extLst>
              <a:ext uri="{FF2B5EF4-FFF2-40B4-BE49-F238E27FC236}">
                <a16:creationId xmlns:a16="http://schemas.microsoft.com/office/drawing/2014/main" id="{AA592A89-17A1-246E-E866-2561311CAC99}"/>
              </a:ext>
            </a:extLst>
          </p:cNvPr>
          <p:cNvSpPr txBox="1"/>
          <p:nvPr/>
        </p:nvSpPr>
        <p:spPr>
          <a:xfrm>
            <a:off x="1019850" y="3386362"/>
            <a:ext cx="1338828" cy="369332"/>
          </a:xfrm>
          <a:prstGeom prst="rect">
            <a:avLst/>
          </a:prstGeom>
          <a:noFill/>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j-ea"/>
                <a:ea typeface="+mj-ea"/>
                <a:cs typeface="+mn-cs"/>
              </a:rPr>
              <a:t>请输入标题</a:t>
            </a:r>
          </a:p>
        </p:txBody>
      </p:sp>
      <p:sp>
        <p:nvSpPr>
          <p:cNvPr id="25" name="文本框 24">
            <a:extLst>
              <a:ext uri="{FF2B5EF4-FFF2-40B4-BE49-F238E27FC236}">
                <a16:creationId xmlns:a16="http://schemas.microsoft.com/office/drawing/2014/main" id="{B70977A4-A967-3D90-D5DF-F6F327C471F4}"/>
              </a:ext>
            </a:extLst>
          </p:cNvPr>
          <p:cNvSpPr txBox="1"/>
          <p:nvPr/>
        </p:nvSpPr>
        <p:spPr>
          <a:xfrm>
            <a:off x="3007214" y="3058234"/>
            <a:ext cx="7963470" cy="1023742"/>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lang="zh-CN" altLang="en-US" sz="1400" dirty="0">
                <a:solidFill>
                  <a:srgbClr val="47393A"/>
                </a:solidFill>
                <a:latin typeface="+mn-ea"/>
              </a:rPr>
              <a:t>请</a:t>
            </a:r>
            <a:r>
              <a:rPr kumimoji="0" lang="zh-CN" altLang="en-US" sz="1400" b="0" i="0" u="none" strike="noStrike" kern="1200" cap="none" spc="0" normalizeH="0" baseline="0" noProof="0" dirty="0">
                <a:ln>
                  <a:noFill/>
                </a:ln>
                <a:solidFill>
                  <a:srgbClr val="47393A"/>
                </a:solidFill>
                <a:effectLst/>
                <a:uLnTx/>
                <a:uFillTx/>
                <a:latin typeface="+mn-ea"/>
                <a:cs typeface="+mn-cs"/>
              </a:rPr>
              <a:t>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a:t>
            </a:r>
          </a:p>
        </p:txBody>
      </p:sp>
      <p:sp>
        <p:nvSpPr>
          <p:cNvPr id="27" name="矩形: 圆角 26">
            <a:extLst>
              <a:ext uri="{FF2B5EF4-FFF2-40B4-BE49-F238E27FC236}">
                <a16:creationId xmlns:a16="http://schemas.microsoft.com/office/drawing/2014/main" id="{3D460209-C585-62C4-F774-3133FA3277B3}"/>
              </a:ext>
            </a:extLst>
          </p:cNvPr>
          <p:cNvSpPr/>
          <p:nvPr/>
        </p:nvSpPr>
        <p:spPr>
          <a:xfrm>
            <a:off x="874713" y="4565279"/>
            <a:ext cx="10574337" cy="1388117"/>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8" name="任意多边形: 形状 27">
            <a:extLst>
              <a:ext uri="{FF2B5EF4-FFF2-40B4-BE49-F238E27FC236}">
                <a16:creationId xmlns:a16="http://schemas.microsoft.com/office/drawing/2014/main" id="{5E94067B-9D7B-DF5F-42E0-3350969D74B7}"/>
              </a:ext>
            </a:extLst>
          </p:cNvPr>
          <p:cNvSpPr/>
          <p:nvPr/>
        </p:nvSpPr>
        <p:spPr>
          <a:xfrm flipH="1">
            <a:off x="877941" y="4558655"/>
            <a:ext cx="1848900" cy="1403206"/>
          </a:xfrm>
          <a:custGeom>
            <a:avLst/>
            <a:gdLst>
              <a:gd name="connsiteX0" fmla="*/ 1848900 w 1848900"/>
              <a:gd name="connsiteY0" fmla="*/ 0 h 1403206"/>
              <a:gd name="connsiteX1" fmla="*/ 901546 w 1848900"/>
              <a:gd name="connsiteY1" fmla="*/ 0 h 1403206"/>
              <a:gd name="connsiteX2" fmla="*/ 273756 w 1848900"/>
              <a:gd name="connsiteY2" fmla="*/ 469940 h 1403206"/>
              <a:gd name="connsiteX3" fmla="*/ 0 w 1848900"/>
              <a:gd name="connsiteY3" fmla="*/ 1403206 h 1403206"/>
              <a:gd name="connsiteX4" fmla="*/ 1194652 w 1848900"/>
              <a:gd name="connsiteY4" fmla="*/ 1403206 h 1403206"/>
              <a:gd name="connsiteX5" fmla="*/ 1848900 w 1848900"/>
              <a:gd name="connsiteY5" fmla="*/ 748958 h 140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8900" h="1403206">
                <a:moveTo>
                  <a:pt x="1848900" y="0"/>
                </a:moveTo>
                <a:lnTo>
                  <a:pt x="901546" y="0"/>
                </a:lnTo>
                <a:cubicBezTo>
                  <a:pt x="611103" y="0"/>
                  <a:pt x="355537" y="191373"/>
                  <a:pt x="273756" y="469940"/>
                </a:cubicBezTo>
                <a:lnTo>
                  <a:pt x="0" y="1403206"/>
                </a:lnTo>
                <a:lnTo>
                  <a:pt x="1194652" y="1403206"/>
                </a:lnTo>
                <a:cubicBezTo>
                  <a:pt x="1555902" y="1403206"/>
                  <a:pt x="1848900" y="1110358"/>
                  <a:pt x="1848900" y="748958"/>
                </a:cubicBezTo>
                <a:close/>
              </a:path>
            </a:pathLst>
          </a:custGeom>
          <a:gradFill>
            <a:gsLst>
              <a:gs pos="0">
                <a:schemeClr val="accent1"/>
              </a:gs>
              <a:gs pos="98000">
                <a:schemeClr val="accent1">
                  <a:lumMod val="50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9" name="文本框 28">
            <a:extLst>
              <a:ext uri="{FF2B5EF4-FFF2-40B4-BE49-F238E27FC236}">
                <a16:creationId xmlns:a16="http://schemas.microsoft.com/office/drawing/2014/main" id="{67AFEFE6-4839-8677-0300-ED7994E995DC}"/>
              </a:ext>
            </a:extLst>
          </p:cNvPr>
          <p:cNvSpPr txBox="1"/>
          <p:nvPr/>
        </p:nvSpPr>
        <p:spPr>
          <a:xfrm>
            <a:off x="1019850" y="5075594"/>
            <a:ext cx="1338828" cy="369332"/>
          </a:xfrm>
          <a:prstGeom prst="rect">
            <a:avLst/>
          </a:prstGeom>
          <a:noFill/>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j-ea"/>
                <a:ea typeface="+mj-ea"/>
                <a:cs typeface="+mn-cs"/>
              </a:rPr>
              <a:t>请输入标题</a:t>
            </a:r>
          </a:p>
        </p:txBody>
      </p:sp>
      <p:sp>
        <p:nvSpPr>
          <p:cNvPr id="30" name="文本框 29">
            <a:extLst>
              <a:ext uri="{FF2B5EF4-FFF2-40B4-BE49-F238E27FC236}">
                <a16:creationId xmlns:a16="http://schemas.microsoft.com/office/drawing/2014/main" id="{441A449A-7161-D153-0F03-D7731A03623E}"/>
              </a:ext>
            </a:extLst>
          </p:cNvPr>
          <p:cNvSpPr txBox="1"/>
          <p:nvPr/>
        </p:nvSpPr>
        <p:spPr>
          <a:xfrm>
            <a:off x="3007214" y="4747466"/>
            <a:ext cx="7963470" cy="1023742"/>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lang="zh-CN" altLang="en-US" sz="1400" dirty="0">
                <a:solidFill>
                  <a:srgbClr val="47393A"/>
                </a:solidFill>
                <a:latin typeface="+mn-ea"/>
              </a:rPr>
              <a:t>请</a:t>
            </a:r>
            <a:r>
              <a:rPr kumimoji="0" lang="zh-CN" altLang="en-US" sz="1400" b="0" i="0" u="none" strike="noStrike" kern="1200" cap="none" spc="0" normalizeH="0" baseline="0" noProof="0" dirty="0">
                <a:ln>
                  <a:noFill/>
                </a:ln>
                <a:solidFill>
                  <a:srgbClr val="47393A"/>
                </a:solidFill>
                <a:effectLst/>
                <a:uLnTx/>
                <a:uFillTx/>
                <a:latin typeface="+mn-ea"/>
                <a:cs typeface="+mn-cs"/>
              </a:rPr>
              <a:t>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请输入文献阅读总结</a:t>
            </a:r>
          </a:p>
        </p:txBody>
      </p:sp>
      <p:sp>
        <p:nvSpPr>
          <p:cNvPr id="31" name="矩形 30">
            <a:extLst>
              <a:ext uri="{FF2B5EF4-FFF2-40B4-BE49-F238E27FC236}">
                <a16:creationId xmlns:a16="http://schemas.microsoft.com/office/drawing/2014/main" id="{254605FD-D58E-BE35-3AC1-295517F74298}"/>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23</a:t>
            </a:r>
            <a:endParaRPr lang="zh-CN" altLang="en-US" sz="1400" b="1" dirty="0">
              <a:latin typeface="+mj-ea"/>
              <a:ea typeface="+mj-ea"/>
            </a:endParaRPr>
          </a:p>
        </p:txBody>
      </p:sp>
    </p:spTree>
    <p:extLst>
      <p:ext uri="{BB962C8B-B14F-4D97-AF65-F5344CB8AC3E}">
        <p14:creationId xmlns:p14="http://schemas.microsoft.com/office/powerpoint/2010/main" val="3199793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952EE1A-5059-978D-4BD2-1771862ECA14}"/>
              </a:ext>
            </a:extLst>
          </p:cNvPr>
          <p:cNvSpPr txBox="1"/>
          <p:nvPr/>
        </p:nvSpPr>
        <p:spPr>
          <a:xfrm>
            <a:off x="786510" y="184607"/>
            <a:ext cx="2717411" cy="461665"/>
          </a:xfrm>
          <a:prstGeom prst="rect">
            <a:avLst/>
          </a:prstGeom>
        </p:spPr>
        <p:txBody>
          <a:bodyPr wrap="none" rtlCol="0">
            <a:spAutoFit/>
          </a:bodyPr>
          <a:lstStyle/>
          <a:p>
            <a:r>
              <a:rPr lang="en-US" altLang="zh-CN" sz="2400" b="1" spc="100" dirty="0">
                <a:solidFill>
                  <a:schemeClr val="accent1"/>
                </a:solidFill>
                <a:latin typeface="+mj-ea"/>
                <a:ea typeface="+mj-ea"/>
              </a:rPr>
              <a:t>4.3 </a:t>
            </a:r>
            <a:r>
              <a:rPr lang="zh-CN" altLang="en-US" sz="2400" b="1" spc="100" dirty="0">
                <a:solidFill>
                  <a:schemeClr val="accent1"/>
                </a:solidFill>
                <a:latin typeface="+mj-ea"/>
                <a:ea typeface="+mj-ea"/>
              </a:rPr>
              <a:t>后续改进方向</a:t>
            </a:r>
          </a:p>
        </p:txBody>
      </p:sp>
      <p:sp>
        <p:nvSpPr>
          <p:cNvPr id="3" name="等腰三角形 2">
            <a:extLst>
              <a:ext uri="{FF2B5EF4-FFF2-40B4-BE49-F238E27FC236}">
                <a16:creationId xmlns:a16="http://schemas.microsoft.com/office/drawing/2014/main" id="{6E80C8A3-05FC-8E8F-81CD-3FA4D20B01CC}"/>
              </a:ext>
            </a:extLst>
          </p:cNvPr>
          <p:cNvSpPr/>
          <p:nvPr/>
        </p:nvSpPr>
        <p:spPr>
          <a:xfrm rot="-1800000">
            <a:off x="473810" y="260672"/>
            <a:ext cx="285388" cy="24602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2">
            <a:extLst>
              <a:ext uri="{FF2B5EF4-FFF2-40B4-BE49-F238E27FC236}">
                <a16:creationId xmlns:a16="http://schemas.microsoft.com/office/drawing/2014/main" id="{4E4B4581-733B-A42D-FBEE-7BF2464E668F}"/>
              </a:ext>
            </a:extLst>
          </p:cNvPr>
          <p:cNvSpPr/>
          <p:nvPr/>
        </p:nvSpPr>
        <p:spPr>
          <a:xfrm>
            <a:off x="1274661" y="3453159"/>
            <a:ext cx="1773214"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rPr>
              <a:t>4</a:t>
            </a:r>
            <a:endParaRPr kumimoji="0" lang="zh-CN" altLang="en-US"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endParaRPr>
          </a:p>
        </p:txBody>
      </p:sp>
      <p:sp>
        <p:nvSpPr>
          <p:cNvPr id="5" name="矩形 4">
            <a:extLst>
              <a:ext uri="{FF2B5EF4-FFF2-40B4-BE49-F238E27FC236}">
                <a16:creationId xmlns:a16="http://schemas.microsoft.com/office/drawing/2014/main" id="{A9F13BA9-C820-5E96-E081-EF97282F6A0B}"/>
              </a:ext>
            </a:extLst>
          </p:cNvPr>
          <p:cNvSpPr/>
          <p:nvPr/>
        </p:nvSpPr>
        <p:spPr>
          <a:xfrm>
            <a:off x="914275" y="2041103"/>
            <a:ext cx="2898775" cy="1225296"/>
          </a:xfrm>
          <a:prstGeom prst="rect">
            <a:avLst/>
          </a:prstGeom>
          <a:gradFill flip="none" rotWithShape="1">
            <a:gsLst>
              <a:gs pos="0">
                <a:schemeClr val="accent1">
                  <a:lumMod val="20000"/>
                  <a:lumOff val="80000"/>
                  <a:alpha val="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6" name="矩形 5">
            <a:extLst>
              <a:ext uri="{FF2B5EF4-FFF2-40B4-BE49-F238E27FC236}">
                <a16:creationId xmlns:a16="http://schemas.microsoft.com/office/drawing/2014/main" id="{7C672C3D-DEE3-E982-D3B3-B549461CE6DA}"/>
              </a:ext>
            </a:extLst>
          </p:cNvPr>
          <p:cNvSpPr/>
          <p:nvPr/>
        </p:nvSpPr>
        <p:spPr>
          <a:xfrm>
            <a:off x="914275" y="1523008"/>
            <a:ext cx="2898775" cy="518096"/>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7" name="文本框 6">
            <a:extLst>
              <a:ext uri="{FF2B5EF4-FFF2-40B4-BE49-F238E27FC236}">
                <a16:creationId xmlns:a16="http://schemas.microsoft.com/office/drawing/2014/main" id="{45F2B148-3B61-14E4-7E59-599AF5659275}"/>
              </a:ext>
            </a:extLst>
          </p:cNvPr>
          <p:cNvSpPr txBox="1"/>
          <p:nvPr/>
        </p:nvSpPr>
        <p:spPr>
          <a:xfrm>
            <a:off x="1576183" y="1597390"/>
            <a:ext cx="157495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改进方向一</a:t>
            </a:r>
          </a:p>
        </p:txBody>
      </p:sp>
      <p:sp>
        <p:nvSpPr>
          <p:cNvPr id="8" name="文本框 7">
            <a:extLst>
              <a:ext uri="{FF2B5EF4-FFF2-40B4-BE49-F238E27FC236}">
                <a16:creationId xmlns:a16="http://schemas.microsoft.com/office/drawing/2014/main" id="{CF60A7DE-A83A-A8A6-E715-A33E2A396884}"/>
              </a:ext>
            </a:extLst>
          </p:cNvPr>
          <p:cNvSpPr txBox="1"/>
          <p:nvPr/>
        </p:nvSpPr>
        <p:spPr>
          <a:xfrm>
            <a:off x="1018256" y="2110124"/>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9" name="矩形 8">
            <a:extLst>
              <a:ext uri="{FF2B5EF4-FFF2-40B4-BE49-F238E27FC236}">
                <a16:creationId xmlns:a16="http://schemas.microsoft.com/office/drawing/2014/main" id="{58242349-8E52-4DCE-AEF0-D3A9C9EC0D63}"/>
              </a:ext>
            </a:extLst>
          </p:cNvPr>
          <p:cNvSpPr/>
          <p:nvPr/>
        </p:nvSpPr>
        <p:spPr>
          <a:xfrm>
            <a:off x="914275" y="4548442"/>
            <a:ext cx="2898775" cy="1225296"/>
          </a:xfrm>
          <a:prstGeom prst="rect">
            <a:avLst/>
          </a:prstGeom>
          <a:gradFill flip="none" rotWithShape="1">
            <a:gsLst>
              <a:gs pos="0">
                <a:schemeClr val="bg1">
                  <a:lumMod val="95000"/>
                  <a:alpha val="0"/>
                </a:schemeClr>
              </a:gs>
              <a:gs pos="100000">
                <a:schemeClr val="bg1">
                  <a:lumMod val="9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10" name="矩形 9">
            <a:extLst>
              <a:ext uri="{FF2B5EF4-FFF2-40B4-BE49-F238E27FC236}">
                <a16:creationId xmlns:a16="http://schemas.microsoft.com/office/drawing/2014/main" id="{E4BE337E-58EB-7101-B041-1BA86047DFD7}"/>
              </a:ext>
            </a:extLst>
          </p:cNvPr>
          <p:cNvSpPr/>
          <p:nvPr/>
        </p:nvSpPr>
        <p:spPr>
          <a:xfrm>
            <a:off x="914275" y="4036653"/>
            <a:ext cx="2898775" cy="516207"/>
          </a:xfrm>
          <a:prstGeom prst="rect">
            <a:avLst/>
          </a:prstGeom>
          <a:gradFill>
            <a:gsLst>
              <a:gs pos="0">
                <a:schemeClr val="bg1">
                  <a:lumMod val="75000"/>
                </a:schemeClr>
              </a:gs>
              <a:gs pos="100000">
                <a:schemeClr val="bg1">
                  <a:lumMod val="5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95000"/>
                </a:prstClr>
              </a:solidFill>
              <a:effectLst/>
              <a:uLnTx/>
              <a:uFillTx/>
              <a:latin typeface="Roboto"/>
              <a:ea typeface="思源黑体 CN Regular"/>
              <a:cs typeface="+mn-cs"/>
            </a:endParaRPr>
          </a:p>
        </p:txBody>
      </p:sp>
      <p:sp>
        <p:nvSpPr>
          <p:cNvPr id="11" name="文本框 10">
            <a:extLst>
              <a:ext uri="{FF2B5EF4-FFF2-40B4-BE49-F238E27FC236}">
                <a16:creationId xmlns:a16="http://schemas.microsoft.com/office/drawing/2014/main" id="{CC94857A-37FD-4E8D-32A2-B3D61FB051C1}"/>
              </a:ext>
            </a:extLst>
          </p:cNvPr>
          <p:cNvSpPr txBox="1"/>
          <p:nvPr/>
        </p:nvSpPr>
        <p:spPr>
          <a:xfrm>
            <a:off x="1477063" y="4110090"/>
            <a:ext cx="177319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改进方向四</a:t>
            </a:r>
          </a:p>
        </p:txBody>
      </p:sp>
      <p:sp>
        <p:nvSpPr>
          <p:cNvPr id="12" name="矩形 11">
            <a:extLst>
              <a:ext uri="{FF2B5EF4-FFF2-40B4-BE49-F238E27FC236}">
                <a16:creationId xmlns:a16="http://schemas.microsoft.com/office/drawing/2014/main" id="{C50A448E-2573-595C-5272-C3BB65B4967F}"/>
              </a:ext>
            </a:extLst>
          </p:cNvPr>
          <p:cNvSpPr/>
          <p:nvPr/>
        </p:nvSpPr>
        <p:spPr>
          <a:xfrm>
            <a:off x="5030006" y="3453159"/>
            <a:ext cx="1773214"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rPr>
              <a:t>5</a:t>
            </a:r>
            <a:endParaRPr kumimoji="0" lang="zh-CN" altLang="en-US"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endParaRPr>
          </a:p>
        </p:txBody>
      </p:sp>
      <p:sp>
        <p:nvSpPr>
          <p:cNvPr id="13" name="矩形 12">
            <a:extLst>
              <a:ext uri="{FF2B5EF4-FFF2-40B4-BE49-F238E27FC236}">
                <a16:creationId xmlns:a16="http://schemas.microsoft.com/office/drawing/2014/main" id="{C2F43443-A59F-8C59-8B1C-4624EF392812}"/>
              </a:ext>
            </a:extLst>
          </p:cNvPr>
          <p:cNvSpPr/>
          <p:nvPr/>
        </p:nvSpPr>
        <p:spPr>
          <a:xfrm>
            <a:off x="4646613" y="2041103"/>
            <a:ext cx="2898775" cy="1225296"/>
          </a:xfrm>
          <a:prstGeom prst="rect">
            <a:avLst/>
          </a:prstGeom>
          <a:gradFill flip="none" rotWithShape="1">
            <a:gsLst>
              <a:gs pos="0">
                <a:schemeClr val="accent1">
                  <a:lumMod val="20000"/>
                  <a:lumOff val="80000"/>
                  <a:alpha val="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14" name="矩形 13">
            <a:extLst>
              <a:ext uri="{FF2B5EF4-FFF2-40B4-BE49-F238E27FC236}">
                <a16:creationId xmlns:a16="http://schemas.microsoft.com/office/drawing/2014/main" id="{8E1D6362-D364-CBF0-3B61-11727C2DA3BA}"/>
              </a:ext>
            </a:extLst>
          </p:cNvPr>
          <p:cNvSpPr/>
          <p:nvPr/>
        </p:nvSpPr>
        <p:spPr>
          <a:xfrm>
            <a:off x="4646613" y="1523008"/>
            <a:ext cx="2898775" cy="518096"/>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15" name="文本框 14">
            <a:extLst>
              <a:ext uri="{FF2B5EF4-FFF2-40B4-BE49-F238E27FC236}">
                <a16:creationId xmlns:a16="http://schemas.microsoft.com/office/drawing/2014/main" id="{932FC959-58EF-E220-720A-2D9F79E09200}"/>
              </a:ext>
            </a:extLst>
          </p:cNvPr>
          <p:cNvSpPr txBox="1"/>
          <p:nvPr/>
        </p:nvSpPr>
        <p:spPr>
          <a:xfrm>
            <a:off x="5308521" y="1597390"/>
            <a:ext cx="157495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改进方向二</a:t>
            </a:r>
          </a:p>
        </p:txBody>
      </p:sp>
      <p:sp>
        <p:nvSpPr>
          <p:cNvPr id="16" name="矩形 15">
            <a:extLst>
              <a:ext uri="{FF2B5EF4-FFF2-40B4-BE49-F238E27FC236}">
                <a16:creationId xmlns:a16="http://schemas.microsoft.com/office/drawing/2014/main" id="{AF567FF8-28B9-6BE9-6271-F92C5446EA0B}"/>
              </a:ext>
            </a:extLst>
          </p:cNvPr>
          <p:cNvSpPr/>
          <p:nvPr/>
        </p:nvSpPr>
        <p:spPr>
          <a:xfrm>
            <a:off x="4646613" y="4548442"/>
            <a:ext cx="2898775" cy="1225296"/>
          </a:xfrm>
          <a:prstGeom prst="rect">
            <a:avLst/>
          </a:prstGeom>
          <a:gradFill flip="none" rotWithShape="1">
            <a:gsLst>
              <a:gs pos="0">
                <a:schemeClr val="bg1">
                  <a:lumMod val="95000"/>
                  <a:alpha val="0"/>
                </a:schemeClr>
              </a:gs>
              <a:gs pos="100000">
                <a:schemeClr val="bg1">
                  <a:lumMod val="9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17" name="矩形 16">
            <a:extLst>
              <a:ext uri="{FF2B5EF4-FFF2-40B4-BE49-F238E27FC236}">
                <a16:creationId xmlns:a16="http://schemas.microsoft.com/office/drawing/2014/main" id="{71134C04-BFDE-1156-5EB6-0ACAFC4D3FA5}"/>
              </a:ext>
            </a:extLst>
          </p:cNvPr>
          <p:cNvSpPr/>
          <p:nvPr/>
        </p:nvSpPr>
        <p:spPr>
          <a:xfrm>
            <a:off x="4646613" y="4036653"/>
            <a:ext cx="2898775" cy="516207"/>
          </a:xfrm>
          <a:prstGeom prst="rect">
            <a:avLst/>
          </a:prstGeom>
          <a:gradFill>
            <a:gsLst>
              <a:gs pos="0">
                <a:schemeClr val="bg1">
                  <a:lumMod val="75000"/>
                </a:schemeClr>
              </a:gs>
              <a:gs pos="100000">
                <a:schemeClr val="bg1">
                  <a:lumMod val="5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18" name="文本框 17">
            <a:extLst>
              <a:ext uri="{FF2B5EF4-FFF2-40B4-BE49-F238E27FC236}">
                <a16:creationId xmlns:a16="http://schemas.microsoft.com/office/drawing/2014/main" id="{BB19CBC2-8EB8-C5B2-B45F-7C0CF03D1970}"/>
              </a:ext>
            </a:extLst>
          </p:cNvPr>
          <p:cNvSpPr txBox="1"/>
          <p:nvPr/>
        </p:nvSpPr>
        <p:spPr>
          <a:xfrm>
            <a:off x="4869901" y="4110090"/>
            <a:ext cx="245219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改进方向五</a:t>
            </a:r>
          </a:p>
        </p:txBody>
      </p:sp>
      <p:sp>
        <p:nvSpPr>
          <p:cNvPr id="19" name="矩形 2">
            <a:extLst>
              <a:ext uri="{FF2B5EF4-FFF2-40B4-BE49-F238E27FC236}">
                <a16:creationId xmlns:a16="http://schemas.microsoft.com/office/drawing/2014/main" id="{4F08DB2F-54E9-2F89-DCF7-BF2EBB640EC0}"/>
              </a:ext>
            </a:extLst>
          </p:cNvPr>
          <p:cNvSpPr/>
          <p:nvPr/>
        </p:nvSpPr>
        <p:spPr>
          <a:xfrm>
            <a:off x="8739337" y="3453159"/>
            <a:ext cx="1773214"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rPr>
              <a:t>6</a:t>
            </a:r>
            <a:endParaRPr kumimoji="0" lang="zh-CN" altLang="en-US" sz="6000" b="1" i="0" u="none" strike="noStrike" kern="1200" cap="none" spc="0" normalizeH="0" baseline="0" noProof="0" dirty="0">
              <a:ln>
                <a:gradFill>
                  <a:gsLst>
                    <a:gs pos="2000">
                      <a:prstClr val="white"/>
                    </a:gs>
                    <a:gs pos="99000">
                      <a:prstClr val="white">
                        <a:alpha val="0"/>
                      </a:prstClr>
                    </a:gs>
                  </a:gsLst>
                  <a:lin ang="5400000" scaled="1"/>
                </a:gradFill>
              </a:ln>
              <a:gradFill>
                <a:gsLst>
                  <a:gs pos="0">
                    <a:prstClr val="white"/>
                  </a:gs>
                  <a:gs pos="75000">
                    <a:prstClr val="white">
                      <a:alpha val="0"/>
                    </a:prstClr>
                  </a:gs>
                </a:gsLst>
                <a:lin ang="5400000" scaled="1"/>
              </a:gradFill>
              <a:effectLst/>
              <a:uLnTx/>
              <a:uFillTx/>
              <a:latin typeface="Roboto"/>
              <a:ea typeface="思源黑体 CN Regular"/>
              <a:cs typeface="+mn-cs"/>
            </a:endParaRPr>
          </a:p>
        </p:txBody>
      </p:sp>
      <p:sp>
        <p:nvSpPr>
          <p:cNvPr id="20" name="矩形 19">
            <a:extLst>
              <a:ext uri="{FF2B5EF4-FFF2-40B4-BE49-F238E27FC236}">
                <a16:creationId xmlns:a16="http://schemas.microsoft.com/office/drawing/2014/main" id="{92C9E3CB-891A-401F-AB2F-43CBEC38890D}"/>
              </a:ext>
            </a:extLst>
          </p:cNvPr>
          <p:cNvSpPr/>
          <p:nvPr/>
        </p:nvSpPr>
        <p:spPr>
          <a:xfrm>
            <a:off x="8378951" y="2041103"/>
            <a:ext cx="2898775" cy="1225296"/>
          </a:xfrm>
          <a:prstGeom prst="rect">
            <a:avLst/>
          </a:prstGeom>
          <a:gradFill flip="none" rotWithShape="1">
            <a:gsLst>
              <a:gs pos="0">
                <a:schemeClr val="accent1">
                  <a:lumMod val="20000"/>
                  <a:lumOff val="80000"/>
                  <a:alpha val="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21" name="矩形 20">
            <a:extLst>
              <a:ext uri="{FF2B5EF4-FFF2-40B4-BE49-F238E27FC236}">
                <a16:creationId xmlns:a16="http://schemas.microsoft.com/office/drawing/2014/main" id="{7B86879B-82D8-BBB9-5EA8-8FA1E5497153}"/>
              </a:ext>
            </a:extLst>
          </p:cNvPr>
          <p:cNvSpPr/>
          <p:nvPr/>
        </p:nvSpPr>
        <p:spPr>
          <a:xfrm>
            <a:off x="8378951" y="1523008"/>
            <a:ext cx="2898775" cy="518096"/>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22" name="文本框 21">
            <a:extLst>
              <a:ext uri="{FF2B5EF4-FFF2-40B4-BE49-F238E27FC236}">
                <a16:creationId xmlns:a16="http://schemas.microsoft.com/office/drawing/2014/main" id="{D7C52E46-992E-F549-D82B-43A23408EBEB}"/>
              </a:ext>
            </a:extLst>
          </p:cNvPr>
          <p:cNvSpPr txBox="1"/>
          <p:nvPr/>
        </p:nvSpPr>
        <p:spPr>
          <a:xfrm>
            <a:off x="9040859" y="1597390"/>
            <a:ext cx="157495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改进方向三</a:t>
            </a:r>
          </a:p>
        </p:txBody>
      </p:sp>
      <p:sp>
        <p:nvSpPr>
          <p:cNvPr id="23" name="矩形 22">
            <a:extLst>
              <a:ext uri="{FF2B5EF4-FFF2-40B4-BE49-F238E27FC236}">
                <a16:creationId xmlns:a16="http://schemas.microsoft.com/office/drawing/2014/main" id="{A4AD2C0E-ADC4-A75A-C09D-D73DAE9C2993}"/>
              </a:ext>
            </a:extLst>
          </p:cNvPr>
          <p:cNvSpPr/>
          <p:nvPr/>
        </p:nvSpPr>
        <p:spPr>
          <a:xfrm>
            <a:off x="8378951" y="4548442"/>
            <a:ext cx="2898775" cy="1225296"/>
          </a:xfrm>
          <a:prstGeom prst="rect">
            <a:avLst/>
          </a:prstGeom>
          <a:gradFill flip="none" rotWithShape="1">
            <a:gsLst>
              <a:gs pos="0">
                <a:schemeClr val="bg1">
                  <a:lumMod val="95000"/>
                  <a:alpha val="0"/>
                </a:schemeClr>
              </a:gs>
              <a:gs pos="100000">
                <a:schemeClr val="bg1">
                  <a:lumMod val="9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24" name="矩形 23">
            <a:extLst>
              <a:ext uri="{FF2B5EF4-FFF2-40B4-BE49-F238E27FC236}">
                <a16:creationId xmlns:a16="http://schemas.microsoft.com/office/drawing/2014/main" id="{2F99A0FE-B680-9CBD-E59F-51E23B9C9ECD}"/>
              </a:ext>
            </a:extLst>
          </p:cNvPr>
          <p:cNvSpPr/>
          <p:nvPr/>
        </p:nvSpPr>
        <p:spPr>
          <a:xfrm>
            <a:off x="8378951" y="4036653"/>
            <a:ext cx="2898775" cy="516207"/>
          </a:xfrm>
          <a:prstGeom prst="rect">
            <a:avLst/>
          </a:prstGeom>
          <a:gradFill>
            <a:gsLst>
              <a:gs pos="0">
                <a:schemeClr val="bg1">
                  <a:lumMod val="75000"/>
                </a:schemeClr>
              </a:gs>
              <a:gs pos="100000">
                <a:schemeClr val="bg1">
                  <a:lumMod val="5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prstClr val="white">
                  <a:lumMod val="95000"/>
                </a:prstClr>
              </a:solidFill>
              <a:latin typeface="Roboto"/>
              <a:ea typeface="思源黑体 CN Regular"/>
            </a:endParaRPr>
          </a:p>
        </p:txBody>
      </p:sp>
      <p:sp>
        <p:nvSpPr>
          <p:cNvPr id="25" name="文本框 24">
            <a:extLst>
              <a:ext uri="{FF2B5EF4-FFF2-40B4-BE49-F238E27FC236}">
                <a16:creationId xmlns:a16="http://schemas.microsoft.com/office/drawing/2014/main" id="{84C70F9F-BE0B-9DCE-C6D0-4EB9068A902E}"/>
              </a:ext>
            </a:extLst>
          </p:cNvPr>
          <p:cNvSpPr txBox="1"/>
          <p:nvPr/>
        </p:nvSpPr>
        <p:spPr>
          <a:xfrm>
            <a:off x="8648826" y="4110090"/>
            <a:ext cx="235902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100" normalizeH="0" noProof="0" dirty="0">
                <a:ln>
                  <a:noFill/>
                </a:ln>
                <a:solidFill>
                  <a:prstClr val="white"/>
                </a:solidFill>
                <a:effectLst/>
                <a:uLnTx/>
                <a:uFillTx/>
                <a:latin typeface="+mj-ea"/>
                <a:ea typeface="+mj-ea"/>
                <a:cs typeface="+mn-cs"/>
              </a:rPr>
              <a:t>改进方向六</a:t>
            </a:r>
          </a:p>
        </p:txBody>
      </p:sp>
      <p:sp>
        <p:nvSpPr>
          <p:cNvPr id="26" name="文本框 25">
            <a:extLst>
              <a:ext uri="{FF2B5EF4-FFF2-40B4-BE49-F238E27FC236}">
                <a16:creationId xmlns:a16="http://schemas.microsoft.com/office/drawing/2014/main" id="{1AE0969A-E4A2-84B4-918D-BF1EAC0061A0}"/>
              </a:ext>
            </a:extLst>
          </p:cNvPr>
          <p:cNvSpPr txBox="1"/>
          <p:nvPr/>
        </p:nvSpPr>
        <p:spPr>
          <a:xfrm>
            <a:off x="4750594" y="2110124"/>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27" name="文本框 26">
            <a:extLst>
              <a:ext uri="{FF2B5EF4-FFF2-40B4-BE49-F238E27FC236}">
                <a16:creationId xmlns:a16="http://schemas.microsoft.com/office/drawing/2014/main" id="{233AB32A-46F5-E88D-200B-C3069EEE7308}"/>
              </a:ext>
            </a:extLst>
          </p:cNvPr>
          <p:cNvSpPr txBox="1"/>
          <p:nvPr/>
        </p:nvSpPr>
        <p:spPr>
          <a:xfrm>
            <a:off x="8482932" y="2110124"/>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28" name="文本框 27">
            <a:extLst>
              <a:ext uri="{FF2B5EF4-FFF2-40B4-BE49-F238E27FC236}">
                <a16:creationId xmlns:a16="http://schemas.microsoft.com/office/drawing/2014/main" id="{F2876340-0DAA-862E-710C-E3EAA3CBE7E6}"/>
              </a:ext>
            </a:extLst>
          </p:cNvPr>
          <p:cNvSpPr txBox="1"/>
          <p:nvPr/>
        </p:nvSpPr>
        <p:spPr>
          <a:xfrm>
            <a:off x="1018256" y="4627359"/>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29" name="文本框 28">
            <a:extLst>
              <a:ext uri="{FF2B5EF4-FFF2-40B4-BE49-F238E27FC236}">
                <a16:creationId xmlns:a16="http://schemas.microsoft.com/office/drawing/2014/main" id="{8B777D66-EE27-2FA9-139B-A32E53121BF2}"/>
              </a:ext>
            </a:extLst>
          </p:cNvPr>
          <p:cNvSpPr txBox="1"/>
          <p:nvPr/>
        </p:nvSpPr>
        <p:spPr>
          <a:xfrm>
            <a:off x="4750594" y="4627359"/>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30" name="文本框 29">
            <a:extLst>
              <a:ext uri="{FF2B5EF4-FFF2-40B4-BE49-F238E27FC236}">
                <a16:creationId xmlns:a16="http://schemas.microsoft.com/office/drawing/2014/main" id="{88BC18B0-827E-58C2-3B7F-11EC1CC60387}"/>
              </a:ext>
            </a:extLst>
          </p:cNvPr>
          <p:cNvSpPr txBox="1"/>
          <p:nvPr/>
        </p:nvSpPr>
        <p:spPr>
          <a:xfrm>
            <a:off x="8482932" y="4627359"/>
            <a:ext cx="2690813" cy="849913"/>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alpha val="75000"/>
                  </a:prstClr>
                </a:solidFill>
                <a:effectLst/>
                <a:uLnTx/>
                <a:uFillTx/>
                <a:latin typeface="+mn-ea"/>
                <a:cs typeface="+mn-cs"/>
              </a:rPr>
              <a:t>请输入正文内容请输入正文内容请输入正文内容请输入正文内容请输入正文内容</a:t>
            </a:r>
          </a:p>
        </p:txBody>
      </p:sp>
      <p:sp>
        <p:nvSpPr>
          <p:cNvPr id="31" name="矩形 30">
            <a:extLst>
              <a:ext uri="{FF2B5EF4-FFF2-40B4-BE49-F238E27FC236}">
                <a16:creationId xmlns:a16="http://schemas.microsoft.com/office/drawing/2014/main" id="{194CA00B-AC9A-0451-D52A-DFA4BAD1B22C}"/>
              </a:ext>
            </a:extLst>
          </p:cNvPr>
          <p:cNvSpPr/>
          <p:nvPr/>
        </p:nvSpPr>
        <p:spPr>
          <a:xfrm>
            <a:off x="11772900" y="6439299"/>
            <a:ext cx="419100" cy="4187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mj-ea"/>
                <a:ea typeface="+mj-ea"/>
              </a:rPr>
              <a:t>24</a:t>
            </a:r>
            <a:endParaRPr lang="zh-CN" altLang="en-US" sz="1400" b="1" dirty="0">
              <a:latin typeface="+mj-ea"/>
              <a:ea typeface="+mj-ea"/>
            </a:endParaRPr>
          </a:p>
        </p:txBody>
      </p:sp>
    </p:spTree>
    <p:extLst>
      <p:ext uri="{BB962C8B-B14F-4D97-AF65-F5344CB8AC3E}">
        <p14:creationId xmlns:p14="http://schemas.microsoft.com/office/powerpoint/2010/main" val="3609401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D9F2B0-4E8D-C57E-C4CB-D6DC94A4F542}"/>
              </a:ext>
            </a:extLst>
          </p:cNvPr>
          <p:cNvSpPr/>
          <p:nvPr/>
        </p:nvSpPr>
        <p:spPr>
          <a:xfrm>
            <a:off x="0" y="2013742"/>
            <a:ext cx="12192000" cy="2493433"/>
          </a:xfrm>
          <a:prstGeom prst="rect">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F5D26B90-6D9B-C21E-9ACD-E5D3ACE02904}"/>
              </a:ext>
            </a:extLst>
          </p:cNvPr>
          <p:cNvGrpSpPr/>
          <p:nvPr/>
        </p:nvGrpSpPr>
        <p:grpSpPr>
          <a:xfrm>
            <a:off x="346378" y="262631"/>
            <a:ext cx="596597" cy="262959"/>
            <a:chOff x="352728" y="249931"/>
            <a:chExt cx="723900" cy="319070"/>
          </a:xfrm>
        </p:grpSpPr>
        <p:sp>
          <p:nvSpPr>
            <p:cNvPr id="4" name="矩形: 圆角 3">
              <a:extLst>
                <a:ext uri="{FF2B5EF4-FFF2-40B4-BE49-F238E27FC236}">
                  <a16:creationId xmlns:a16="http://schemas.microsoft.com/office/drawing/2014/main" id="{7380E08D-D85D-5602-E0E7-2E2952BE808B}"/>
                </a:ext>
              </a:extLst>
            </p:cNvPr>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21A65104-5713-B418-12BE-D2A966E796CE}"/>
                </a:ext>
              </a:extLst>
            </p:cNvPr>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B0EC26EC-99E2-7269-A2A1-F5B5F09206CE}"/>
                </a:ext>
              </a:extLst>
            </p:cNvPr>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a:extLst>
              <a:ext uri="{FF2B5EF4-FFF2-40B4-BE49-F238E27FC236}">
                <a16:creationId xmlns:a16="http://schemas.microsoft.com/office/drawing/2014/main" id="{88CE8D16-8AFD-D265-4823-D789EF4D6B1C}"/>
              </a:ext>
            </a:extLst>
          </p:cNvPr>
          <p:cNvGrpSpPr/>
          <p:nvPr/>
        </p:nvGrpSpPr>
        <p:grpSpPr>
          <a:xfrm flipH="1" flipV="1">
            <a:off x="11249025" y="6335607"/>
            <a:ext cx="596597" cy="262959"/>
            <a:chOff x="352728" y="249931"/>
            <a:chExt cx="723900" cy="319070"/>
          </a:xfrm>
        </p:grpSpPr>
        <p:sp>
          <p:nvSpPr>
            <p:cNvPr id="83" name="矩形: 圆角 82">
              <a:extLst>
                <a:ext uri="{FF2B5EF4-FFF2-40B4-BE49-F238E27FC236}">
                  <a16:creationId xmlns:a16="http://schemas.microsoft.com/office/drawing/2014/main" id="{3695DF4E-BC12-B27C-6677-72D1968D0A4A}"/>
                </a:ext>
              </a:extLst>
            </p:cNvPr>
            <p:cNvSpPr/>
            <p:nvPr/>
          </p:nvSpPr>
          <p:spPr>
            <a:xfrm>
              <a:off x="352728" y="249931"/>
              <a:ext cx="72390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8AB01557-4D74-48F3-BD97-101D64C335B2}"/>
                </a:ext>
              </a:extLst>
            </p:cNvPr>
            <p:cNvSpPr/>
            <p:nvPr/>
          </p:nvSpPr>
          <p:spPr>
            <a:xfrm>
              <a:off x="352728" y="372506"/>
              <a:ext cx="52516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a:extLst>
                <a:ext uri="{FF2B5EF4-FFF2-40B4-BE49-F238E27FC236}">
                  <a16:creationId xmlns:a16="http://schemas.microsoft.com/office/drawing/2014/main" id="{97F62CC4-4D84-5C8C-4F9A-E4FF487D95CC}"/>
                </a:ext>
              </a:extLst>
            </p:cNvPr>
            <p:cNvSpPr/>
            <p:nvPr/>
          </p:nvSpPr>
          <p:spPr>
            <a:xfrm>
              <a:off x="352728" y="495081"/>
              <a:ext cx="353710" cy="73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6" name="文本框 95">
            <a:extLst>
              <a:ext uri="{FF2B5EF4-FFF2-40B4-BE49-F238E27FC236}">
                <a16:creationId xmlns:a16="http://schemas.microsoft.com/office/drawing/2014/main" id="{CDF4E71A-687E-352A-2CA9-845218D2BD2B}"/>
              </a:ext>
            </a:extLst>
          </p:cNvPr>
          <p:cNvSpPr txBox="1"/>
          <p:nvPr/>
        </p:nvSpPr>
        <p:spPr>
          <a:xfrm>
            <a:off x="1284426" y="2675023"/>
            <a:ext cx="9623148" cy="769441"/>
          </a:xfrm>
          <a:prstGeom prst="rect">
            <a:avLst/>
          </a:prstGeom>
          <a:noFill/>
        </p:spPr>
        <p:txBody>
          <a:bodyPr wrap="none" rtlCol="0">
            <a:spAutoFit/>
          </a:bodyPr>
          <a:lstStyle/>
          <a:p>
            <a:pPr algn="ctr"/>
            <a:r>
              <a:rPr lang="zh-CN" altLang="en-US" sz="4400" b="1" spc="200">
                <a:solidFill>
                  <a:schemeClr val="bg1"/>
                </a:solidFill>
                <a:latin typeface="+mj-ea"/>
                <a:ea typeface="+mj-ea"/>
              </a:rPr>
              <a:t>汇报完毕，敬请老师同学批评指正！</a:t>
            </a:r>
          </a:p>
        </p:txBody>
      </p:sp>
      <p:sp>
        <p:nvSpPr>
          <p:cNvPr id="97" name="文本框 96">
            <a:extLst>
              <a:ext uri="{FF2B5EF4-FFF2-40B4-BE49-F238E27FC236}">
                <a16:creationId xmlns:a16="http://schemas.microsoft.com/office/drawing/2014/main" id="{1729FE2C-3E2F-9307-F125-72D660988B67}"/>
              </a:ext>
            </a:extLst>
          </p:cNvPr>
          <p:cNvSpPr txBox="1"/>
          <p:nvPr/>
        </p:nvSpPr>
        <p:spPr>
          <a:xfrm>
            <a:off x="2729149" y="3507339"/>
            <a:ext cx="6733703" cy="338554"/>
          </a:xfrm>
          <a:prstGeom prst="rect">
            <a:avLst/>
          </a:prstGeom>
          <a:noFill/>
        </p:spPr>
        <p:txBody>
          <a:bodyPr wrap="none" rtlCol="0">
            <a:spAutoFit/>
          </a:bodyPr>
          <a:lstStyle/>
          <a:p>
            <a:pPr algn="ctr"/>
            <a:r>
              <a:rPr lang="en-US" altLang="zh-CN" sz="1600">
                <a:solidFill>
                  <a:schemeClr val="bg1"/>
                </a:solidFill>
                <a:latin typeface="微软雅黑" panose="020B0503020204020204" pitchFamily="34" charset="-122"/>
                <a:ea typeface="微软雅黑" panose="020B0503020204020204" pitchFamily="34" charset="-122"/>
              </a:rPr>
              <a:t>Group Literature Report PPT Template - Multiple Literature Version</a:t>
            </a:r>
          </a:p>
        </p:txBody>
      </p:sp>
      <p:grpSp>
        <p:nvGrpSpPr>
          <p:cNvPr id="7" name="组合 6">
            <a:extLst>
              <a:ext uri="{FF2B5EF4-FFF2-40B4-BE49-F238E27FC236}">
                <a16:creationId xmlns:a16="http://schemas.microsoft.com/office/drawing/2014/main" id="{DE9974A0-3A34-6839-3EF9-EC9520332311}"/>
              </a:ext>
            </a:extLst>
          </p:cNvPr>
          <p:cNvGrpSpPr/>
          <p:nvPr/>
        </p:nvGrpSpPr>
        <p:grpSpPr>
          <a:xfrm>
            <a:off x="2646835" y="5214470"/>
            <a:ext cx="261541" cy="229272"/>
            <a:chOff x="1143409" y="5756683"/>
            <a:chExt cx="226164" cy="198260"/>
          </a:xfrm>
          <a:solidFill>
            <a:schemeClr val="accent1"/>
          </a:solidFill>
        </p:grpSpPr>
        <p:sp>
          <p:nvSpPr>
            <p:cNvPr id="8" name="任意多边形: 形状 2">
              <a:extLst>
                <a:ext uri="{FF2B5EF4-FFF2-40B4-BE49-F238E27FC236}">
                  <a16:creationId xmlns:a16="http://schemas.microsoft.com/office/drawing/2014/main" id="{24CA5705-5EB0-0294-A38A-644038749C47}"/>
                </a:ext>
              </a:extLst>
            </p:cNvPr>
            <p:cNvSpPr/>
            <p:nvPr/>
          </p:nvSpPr>
          <p:spPr>
            <a:xfrm>
              <a:off x="1143409" y="5756683"/>
              <a:ext cx="226164" cy="130990"/>
            </a:xfrm>
            <a:custGeom>
              <a:avLst/>
              <a:gdLst>
                <a:gd name="connsiteX0" fmla="*/ 109937 w 226164"/>
                <a:gd name="connsiteY0" fmla="*/ 130990 h 130990"/>
                <a:gd name="connsiteX1" fmla="*/ 105971 w 226164"/>
                <a:gd name="connsiteY1" fmla="*/ 129954 h 130990"/>
                <a:gd name="connsiteX2" fmla="*/ 4118 w 226164"/>
                <a:gd name="connsiteY2" fmla="*/ 72586 h 130990"/>
                <a:gd name="connsiteX3" fmla="*/ 0 w 226164"/>
                <a:gd name="connsiteY3" fmla="*/ 65538 h 130990"/>
                <a:gd name="connsiteX4" fmla="*/ 4118 w 226164"/>
                <a:gd name="connsiteY4" fmla="*/ 58490 h 130990"/>
                <a:gd name="connsiteX5" fmla="*/ 105971 w 226164"/>
                <a:gd name="connsiteY5" fmla="*/ 1046 h 130990"/>
                <a:gd name="connsiteX6" fmla="*/ 113727 w 226164"/>
                <a:gd name="connsiteY6" fmla="*/ 945 h 130990"/>
                <a:gd name="connsiteX7" fmla="*/ 221870 w 226164"/>
                <a:gd name="connsiteY7" fmla="*/ 58439 h 130990"/>
                <a:gd name="connsiteX8" fmla="*/ 226165 w 226164"/>
                <a:gd name="connsiteY8" fmla="*/ 65588 h 130990"/>
                <a:gd name="connsiteX9" fmla="*/ 221870 w 226164"/>
                <a:gd name="connsiteY9" fmla="*/ 72737 h 130990"/>
                <a:gd name="connsiteX10" fmla="*/ 113701 w 226164"/>
                <a:gd name="connsiteY10" fmla="*/ 130081 h 130990"/>
                <a:gd name="connsiteX11" fmla="*/ 109937 w 226164"/>
                <a:gd name="connsiteY11" fmla="*/ 130990 h 130990"/>
                <a:gd name="connsiteX12" fmla="*/ 24529 w 226164"/>
                <a:gd name="connsiteY12" fmla="*/ 65538 h 130990"/>
                <a:gd name="connsiteX13" fmla="*/ 110038 w 226164"/>
                <a:gd name="connsiteY13" fmla="*/ 113711 h 130990"/>
                <a:gd name="connsiteX14" fmla="*/ 200828 w 226164"/>
                <a:gd name="connsiteY14" fmla="*/ 65563 h 130990"/>
                <a:gd name="connsiteX15" fmla="*/ 110038 w 226164"/>
                <a:gd name="connsiteY15" fmla="*/ 17339 h 130990"/>
                <a:gd name="connsiteX16" fmla="*/ 24529 w 226164"/>
                <a:gd name="connsiteY16" fmla="*/ 65538 h 13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6164" h="130990">
                  <a:moveTo>
                    <a:pt x="109937" y="130990"/>
                  </a:moveTo>
                  <a:cubicBezTo>
                    <a:pt x="108573" y="130990"/>
                    <a:pt x="107209" y="130636"/>
                    <a:pt x="105971" y="129954"/>
                  </a:cubicBezTo>
                  <a:lnTo>
                    <a:pt x="4118" y="72586"/>
                  </a:lnTo>
                  <a:cubicBezTo>
                    <a:pt x="1566" y="71146"/>
                    <a:pt x="0" y="68468"/>
                    <a:pt x="0" y="65538"/>
                  </a:cubicBezTo>
                  <a:cubicBezTo>
                    <a:pt x="0" y="62608"/>
                    <a:pt x="1566" y="59930"/>
                    <a:pt x="4118" y="58490"/>
                  </a:cubicBezTo>
                  <a:lnTo>
                    <a:pt x="105971" y="1046"/>
                  </a:lnTo>
                  <a:cubicBezTo>
                    <a:pt x="108371" y="-318"/>
                    <a:pt x="111301" y="-344"/>
                    <a:pt x="113727" y="945"/>
                  </a:cubicBezTo>
                  <a:lnTo>
                    <a:pt x="221870" y="58439"/>
                  </a:lnTo>
                  <a:cubicBezTo>
                    <a:pt x="224523" y="59854"/>
                    <a:pt x="226165" y="62582"/>
                    <a:pt x="226165" y="65588"/>
                  </a:cubicBezTo>
                  <a:cubicBezTo>
                    <a:pt x="226165" y="68595"/>
                    <a:pt x="224523" y="71323"/>
                    <a:pt x="221870" y="72737"/>
                  </a:cubicBezTo>
                  <a:lnTo>
                    <a:pt x="113701" y="130081"/>
                  </a:lnTo>
                  <a:cubicBezTo>
                    <a:pt x="112539" y="130687"/>
                    <a:pt x="111226" y="130990"/>
                    <a:pt x="109937" y="130990"/>
                  </a:cubicBezTo>
                  <a:close/>
                  <a:moveTo>
                    <a:pt x="24529" y="65538"/>
                  </a:moveTo>
                  <a:lnTo>
                    <a:pt x="110038" y="113711"/>
                  </a:lnTo>
                  <a:lnTo>
                    <a:pt x="200828" y="65563"/>
                  </a:lnTo>
                  <a:lnTo>
                    <a:pt x="110038" y="17339"/>
                  </a:lnTo>
                  <a:lnTo>
                    <a:pt x="24529" y="65538"/>
                  </a:lnTo>
                  <a:close/>
                </a:path>
              </a:pathLst>
            </a:custGeom>
            <a:grpFill/>
            <a:ln w="251" cap="flat">
              <a:noFill/>
              <a:prstDash val="solid"/>
              <a:miter/>
            </a:ln>
          </p:spPr>
          <p:txBody>
            <a:bodyPr rtlCol="0" anchor="ctr"/>
            <a:lstStyle/>
            <a:p>
              <a:endParaRPr lang="zh-CN" altLang="en-US"/>
            </a:p>
          </p:txBody>
        </p:sp>
        <p:sp>
          <p:nvSpPr>
            <p:cNvPr id="9" name="任意多边形: 形状 3">
              <a:extLst>
                <a:ext uri="{FF2B5EF4-FFF2-40B4-BE49-F238E27FC236}">
                  <a16:creationId xmlns:a16="http://schemas.microsoft.com/office/drawing/2014/main" id="{F2D78CEB-2A55-5BBC-6732-C1E2CB3EC54F}"/>
                </a:ext>
              </a:extLst>
            </p:cNvPr>
            <p:cNvSpPr/>
            <p:nvPr/>
          </p:nvSpPr>
          <p:spPr>
            <a:xfrm>
              <a:off x="1177840" y="5839828"/>
              <a:ext cx="157302" cy="87858"/>
            </a:xfrm>
            <a:custGeom>
              <a:avLst/>
              <a:gdLst>
                <a:gd name="connsiteX0" fmla="*/ 8084 w 157302"/>
                <a:gd name="connsiteY0" fmla="*/ 87859 h 87858"/>
                <a:gd name="connsiteX1" fmla="*/ 0 w 157302"/>
                <a:gd name="connsiteY1" fmla="*/ 79775 h 87858"/>
                <a:gd name="connsiteX2" fmla="*/ 0 w 157302"/>
                <a:gd name="connsiteY2" fmla="*/ 8084 h 87858"/>
                <a:gd name="connsiteX3" fmla="*/ 8084 w 157302"/>
                <a:gd name="connsiteY3" fmla="*/ 0 h 87858"/>
                <a:gd name="connsiteX4" fmla="*/ 16167 w 157302"/>
                <a:gd name="connsiteY4" fmla="*/ 8084 h 87858"/>
                <a:gd name="connsiteX5" fmla="*/ 16167 w 157302"/>
                <a:gd name="connsiteY5" fmla="*/ 79775 h 87858"/>
                <a:gd name="connsiteX6" fmla="*/ 8084 w 157302"/>
                <a:gd name="connsiteY6" fmla="*/ 87859 h 87858"/>
                <a:gd name="connsiteX7" fmla="*/ 149219 w 157302"/>
                <a:gd name="connsiteY7" fmla="*/ 87859 h 87858"/>
                <a:gd name="connsiteX8" fmla="*/ 141135 w 157302"/>
                <a:gd name="connsiteY8" fmla="*/ 79775 h 87858"/>
                <a:gd name="connsiteX9" fmla="*/ 141135 w 157302"/>
                <a:gd name="connsiteY9" fmla="*/ 8084 h 87858"/>
                <a:gd name="connsiteX10" fmla="*/ 149219 w 157302"/>
                <a:gd name="connsiteY10" fmla="*/ 0 h 87858"/>
                <a:gd name="connsiteX11" fmla="*/ 157302 w 157302"/>
                <a:gd name="connsiteY11" fmla="*/ 8084 h 87858"/>
                <a:gd name="connsiteX12" fmla="*/ 157302 w 157302"/>
                <a:gd name="connsiteY12" fmla="*/ 79775 h 87858"/>
                <a:gd name="connsiteX13" fmla="*/ 149219 w 157302"/>
                <a:gd name="connsiteY13" fmla="*/ 87859 h 8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302" h="87858">
                  <a:moveTo>
                    <a:pt x="8084" y="87859"/>
                  </a:moveTo>
                  <a:cubicBezTo>
                    <a:pt x="3612" y="87859"/>
                    <a:pt x="0" y="84247"/>
                    <a:pt x="0" y="79775"/>
                  </a:cubicBezTo>
                  <a:lnTo>
                    <a:pt x="0" y="8084"/>
                  </a:lnTo>
                  <a:cubicBezTo>
                    <a:pt x="0" y="3612"/>
                    <a:pt x="3612" y="0"/>
                    <a:pt x="8084" y="0"/>
                  </a:cubicBezTo>
                  <a:cubicBezTo>
                    <a:pt x="12555" y="0"/>
                    <a:pt x="16167" y="3612"/>
                    <a:pt x="16167" y="8084"/>
                  </a:cubicBezTo>
                  <a:lnTo>
                    <a:pt x="16167" y="79775"/>
                  </a:lnTo>
                  <a:cubicBezTo>
                    <a:pt x="16167" y="84247"/>
                    <a:pt x="12555" y="87859"/>
                    <a:pt x="8084" y="87859"/>
                  </a:cubicBezTo>
                  <a:close/>
                  <a:moveTo>
                    <a:pt x="149219" y="87859"/>
                  </a:moveTo>
                  <a:cubicBezTo>
                    <a:pt x="144747" y="87859"/>
                    <a:pt x="141135" y="84247"/>
                    <a:pt x="141135" y="79775"/>
                  </a:cubicBezTo>
                  <a:lnTo>
                    <a:pt x="141135" y="8084"/>
                  </a:lnTo>
                  <a:cubicBezTo>
                    <a:pt x="141135" y="3612"/>
                    <a:pt x="144747" y="0"/>
                    <a:pt x="149219" y="0"/>
                  </a:cubicBezTo>
                  <a:cubicBezTo>
                    <a:pt x="153690" y="0"/>
                    <a:pt x="157302" y="3612"/>
                    <a:pt x="157302" y="8084"/>
                  </a:cubicBezTo>
                  <a:lnTo>
                    <a:pt x="157302" y="79775"/>
                  </a:lnTo>
                  <a:cubicBezTo>
                    <a:pt x="157302" y="84247"/>
                    <a:pt x="153665" y="87859"/>
                    <a:pt x="149219" y="87859"/>
                  </a:cubicBezTo>
                  <a:close/>
                </a:path>
              </a:pathLst>
            </a:custGeom>
            <a:grpFill/>
            <a:ln w="251" cap="flat">
              <a:noFill/>
              <a:prstDash val="solid"/>
              <a:miter/>
            </a:ln>
          </p:spPr>
          <p:txBody>
            <a:bodyPr rtlCol="0" anchor="ctr"/>
            <a:lstStyle/>
            <a:p>
              <a:endParaRPr lang="zh-CN" altLang="en-US"/>
            </a:p>
          </p:txBody>
        </p:sp>
        <p:sp>
          <p:nvSpPr>
            <p:cNvPr id="10" name="任意多边形: 形状 97">
              <a:extLst>
                <a:ext uri="{FF2B5EF4-FFF2-40B4-BE49-F238E27FC236}">
                  <a16:creationId xmlns:a16="http://schemas.microsoft.com/office/drawing/2014/main" id="{03F58D75-DE30-DD0A-F3D5-7217EA5242BF}"/>
                </a:ext>
              </a:extLst>
            </p:cNvPr>
            <p:cNvSpPr/>
            <p:nvPr/>
          </p:nvSpPr>
          <p:spPr>
            <a:xfrm>
              <a:off x="1177840" y="5848391"/>
              <a:ext cx="189459" cy="106552"/>
            </a:xfrm>
            <a:custGeom>
              <a:avLst/>
              <a:gdLst>
                <a:gd name="connsiteX0" fmla="*/ 78639 w 189459"/>
                <a:gd name="connsiteY0" fmla="*/ 106552 h 106552"/>
                <a:gd name="connsiteX1" fmla="*/ 26044 w 189459"/>
                <a:gd name="connsiteY1" fmla="*/ 98747 h 106552"/>
                <a:gd name="connsiteX2" fmla="*/ 8437 w 189459"/>
                <a:gd name="connsiteY2" fmla="*/ 89349 h 106552"/>
                <a:gd name="connsiteX3" fmla="*/ 0 w 189459"/>
                <a:gd name="connsiteY3" fmla="*/ 73409 h 106552"/>
                <a:gd name="connsiteX4" fmla="*/ 8084 w 189459"/>
                <a:gd name="connsiteY4" fmla="*/ 65326 h 106552"/>
                <a:gd name="connsiteX5" fmla="*/ 16167 w 189459"/>
                <a:gd name="connsiteY5" fmla="*/ 73409 h 106552"/>
                <a:gd name="connsiteX6" fmla="*/ 31450 w 189459"/>
                <a:gd name="connsiteY6" fmla="*/ 83539 h 106552"/>
                <a:gd name="connsiteX7" fmla="*/ 78639 w 189459"/>
                <a:gd name="connsiteY7" fmla="*/ 90410 h 106552"/>
                <a:gd name="connsiteX8" fmla="*/ 125827 w 189459"/>
                <a:gd name="connsiteY8" fmla="*/ 83539 h 106552"/>
                <a:gd name="connsiteX9" fmla="*/ 141110 w 189459"/>
                <a:gd name="connsiteY9" fmla="*/ 73409 h 106552"/>
                <a:gd name="connsiteX10" fmla="*/ 149193 w 189459"/>
                <a:gd name="connsiteY10" fmla="*/ 65326 h 106552"/>
                <a:gd name="connsiteX11" fmla="*/ 157277 w 189459"/>
                <a:gd name="connsiteY11" fmla="*/ 73409 h 106552"/>
                <a:gd name="connsiteX12" fmla="*/ 148840 w 189459"/>
                <a:gd name="connsiteY12" fmla="*/ 89349 h 106552"/>
                <a:gd name="connsiteX13" fmla="*/ 131233 w 189459"/>
                <a:gd name="connsiteY13" fmla="*/ 98747 h 106552"/>
                <a:gd name="connsiteX14" fmla="*/ 78639 w 189459"/>
                <a:gd name="connsiteY14" fmla="*/ 106552 h 106552"/>
                <a:gd name="connsiteX15" fmla="*/ 181376 w 189459"/>
                <a:gd name="connsiteY15" fmla="*/ 90183 h 106552"/>
                <a:gd name="connsiteX16" fmla="*/ 173293 w 189459"/>
                <a:gd name="connsiteY16" fmla="*/ 82099 h 106552"/>
                <a:gd name="connsiteX17" fmla="*/ 173293 w 189459"/>
                <a:gd name="connsiteY17" fmla="*/ 8084 h 106552"/>
                <a:gd name="connsiteX18" fmla="*/ 181376 w 189459"/>
                <a:gd name="connsiteY18" fmla="*/ 0 h 106552"/>
                <a:gd name="connsiteX19" fmla="*/ 189460 w 189459"/>
                <a:gd name="connsiteY19" fmla="*/ 8084 h 106552"/>
                <a:gd name="connsiteX20" fmla="*/ 189460 w 189459"/>
                <a:gd name="connsiteY20" fmla="*/ 82099 h 106552"/>
                <a:gd name="connsiteX21" fmla="*/ 181376 w 189459"/>
                <a:gd name="connsiteY21" fmla="*/ 90183 h 10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459" h="106552">
                  <a:moveTo>
                    <a:pt x="78639" y="106552"/>
                  </a:moveTo>
                  <a:cubicBezTo>
                    <a:pt x="58884" y="106552"/>
                    <a:pt x="40216" y="103774"/>
                    <a:pt x="26044" y="98747"/>
                  </a:cubicBezTo>
                  <a:cubicBezTo>
                    <a:pt x="18643" y="96119"/>
                    <a:pt x="12732" y="92962"/>
                    <a:pt x="8437" y="89349"/>
                  </a:cubicBezTo>
                  <a:cubicBezTo>
                    <a:pt x="1465" y="83489"/>
                    <a:pt x="0" y="77451"/>
                    <a:pt x="0" y="73409"/>
                  </a:cubicBezTo>
                  <a:cubicBezTo>
                    <a:pt x="0" y="68938"/>
                    <a:pt x="3612" y="65326"/>
                    <a:pt x="8084" y="65326"/>
                  </a:cubicBezTo>
                  <a:cubicBezTo>
                    <a:pt x="12555" y="65326"/>
                    <a:pt x="16167" y="68938"/>
                    <a:pt x="16167" y="73409"/>
                  </a:cubicBezTo>
                  <a:cubicBezTo>
                    <a:pt x="16167" y="74925"/>
                    <a:pt x="19906" y="79422"/>
                    <a:pt x="31450" y="83539"/>
                  </a:cubicBezTo>
                  <a:cubicBezTo>
                    <a:pt x="43929" y="87985"/>
                    <a:pt x="60678" y="90410"/>
                    <a:pt x="78639" y="90410"/>
                  </a:cubicBezTo>
                  <a:cubicBezTo>
                    <a:pt x="96599" y="90410"/>
                    <a:pt x="113348" y="87960"/>
                    <a:pt x="125827" y="83539"/>
                  </a:cubicBezTo>
                  <a:cubicBezTo>
                    <a:pt x="137371" y="79422"/>
                    <a:pt x="141110" y="74950"/>
                    <a:pt x="141110" y="73409"/>
                  </a:cubicBezTo>
                  <a:cubicBezTo>
                    <a:pt x="141110" y="68938"/>
                    <a:pt x="144722" y="65326"/>
                    <a:pt x="149193" y="65326"/>
                  </a:cubicBezTo>
                  <a:cubicBezTo>
                    <a:pt x="153665" y="65326"/>
                    <a:pt x="157277" y="68938"/>
                    <a:pt x="157277" y="73409"/>
                  </a:cubicBezTo>
                  <a:cubicBezTo>
                    <a:pt x="157277" y="77451"/>
                    <a:pt x="155812" y="83514"/>
                    <a:pt x="148840" y="89349"/>
                  </a:cubicBezTo>
                  <a:cubicBezTo>
                    <a:pt x="144545" y="92962"/>
                    <a:pt x="138609" y="96119"/>
                    <a:pt x="131233" y="98747"/>
                  </a:cubicBezTo>
                  <a:cubicBezTo>
                    <a:pt x="117086" y="103774"/>
                    <a:pt x="98393" y="106552"/>
                    <a:pt x="78639" y="106552"/>
                  </a:cubicBezTo>
                  <a:close/>
                  <a:moveTo>
                    <a:pt x="181376" y="90183"/>
                  </a:moveTo>
                  <a:cubicBezTo>
                    <a:pt x="176905" y="90183"/>
                    <a:pt x="173293" y="86571"/>
                    <a:pt x="173293" y="82099"/>
                  </a:cubicBezTo>
                  <a:lnTo>
                    <a:pt x="173293" y="8084"/>
                  </a:lnTo>
                  <a:cubicBezTo>
                    <a:pt x="173293" y="3612"/>
                    <a:pt x="176905" y="0"/>
                    <a:pt x="181376" y="0"/>
                  </a:cubicBezTo>
                  <a:cubicBezTo>
                    <a:pt x="185848" y="0"/>
                    <a:pt x="189460" y="3612"/>
                    <a:pt x="189460" y="8084"/>
                  </a:cubicBezTo>
                  <a:lnTo>
                    <a:pt x="189460" y="82099"/>
                  </a:lnTo>
                  <a:cubicBezTo>
                    <a:pt x="189460" y="86545"/>
                    <a:pt x="185848" y="90183"/>
                    <a:pt x="181376" y="90183"/>
                  </a:cubicBezTo>
                  <a:close/>
                </a:path>
              </a:pathLst>
            </a:custGeom>
            <a:grpFill/>
            <a:ln w="251" cap="flat">
              <a:noFill/>
              <a:prstDash val="solid"/>
              <a:miter/>
            </a:ln>
          </p:spPr>
          <p:txBody>
            <a:bodyPr rtlCol="0" anchor="ctr"/>
            <a:lstStyle/>
            <a:p>
              <a:endParaRPr lang="zh-CN" altLang="en-US"/>
            </a:p>
          </p:txBody>
        </p:sp>
      </p:grpSp>
      <p:sp>
        <p:nvSpPr>
          <p:cNvPr id="11" name="文本框 10">
            <a:extLst>
              <a:ext uri="{FF2B5EF4-FFF2-40B4-BE49-F238E27FC236}">
                <a16:creationId xmlns:a16="http://schemas.microsoft.com/office/drawing/2014/main" id="{D6342F9C-83EE-7016-1E39-F780CE45FD47}"/>
              </a:ext>
            </a:extLst>
          </p:cNvPr>
          <p:cNvSpPr txBox="1"/>
          <p:nvPr/>
        </p:nvSpPr>
        <p:spPr>
          <a:xfrm>
            <a:off x="2999383" y="5157245"/>
            <a:ext cx="1555234" cy="369332"/>
          </a:xfrm>
          <a:prstGeom prst="rect">
            <a:avLst/>
          </a:prstGeom>
          <a:noFill/>
        </p:spPr>
        <p:txBody>
          <a:bodyPr wrap="none" rtlCol="0">
            <a:spAutoFit/>
          </a:bodyPr>
          <a:lstStyle/>
          <a:p>
            <a:r>
              <a:rPr lang="zh-CN" altLang="en-US" dirty="0">
                <a:latin typeface="+mn-ea"/>
              </a:rPr>
              <a:t>汇报人：</a:t>
            </a:r>
            <a:r>
              <a:rPr lang="en-US" altLang="zh-CN" dirty="0">
                <a:latin typeface="+mn-ea"/>
              </a:rPr>
              <a:t>XXX</a:t>
            </a:r>
            <a:endParaRPr lang="zh-CN" altLang="en-US" dirty="0">
              <a:latin typeface="+mn-ea"/>
            </a:endParaRPr>
          </a:p>
        </p:txBody>
      </p:sp>
      <p:grpSp>
        <p:nvGrpSpPr>
          <p:cNvPr id="12" name="组合 11">
            <a:extLst>
              <a:ext uri="{FF2B5EF4-FFF2-40B4-BE49-F238E27FC236}">
                <a16:creationId xmlns:a16="http://schemas.microsoft.com/office/drawing/2014/main" id="{EF0CB4AF-6D72-51E3-2FA0-CDA12059943F}"/>
              </a:ext>
            </a:extLst>
          </p:cNvPr>
          <p:cNvGrpSpPr/>
          <p:nvPr/>
        </p:nvGrpSpPr>
        <p:grpSpPr>
          <a:xfrm>
            <a:off x="6644068" y="5210248"/>
            <a:ext cx="246915" cy="254882"/>
            <a:chOff x="7677146" y="5098017"/>
            <a:chExt cx="892968" cy="921781"/>
          </a:xfrm>
          <a:solidFill>
            <a:schemeClr val="accent1"/>
          </a:solidFill>
        </p:grpSpPr>
        <p:sp>
          <p:nvSpPr>
            <p:cNvPr id="13" name="任意多边形: 形状 100">
              <a:extLst>
                <a:ext uri="{FF2B5EF4-FFF2-40B4-BE49-F238E27FC236}">
                  <a16:creationId xmlns:a16="http://schemas.microsoft.com/office/drawing/2014/main" id="{EB15200C-D932-C012-A498-25F26F800A01}"/>
                </a:ext>
              </a:extLst>
            </p:cNvPr>
            <p:cNvSpPr/>
            <p:nvPr/>
          </p:nvSpPr>
          <p:spPr>
            <a:xfrm>
              <a:off x="7836630" y="5476636"/>
              <a:ext cx="574059" cy="427970"/>
            </a:xfrm>
            <a:custGeom>
              <a:avLst/>
              <a:gdLst>
                <a:gd name="connsiteX0" fmla="*/ 334863 w 574059"/>
                <a:gd name="connsiteY0" fmla="*/ 263366 h 427970"/>
                <a:gd name="connsiteX1" fmla="*/ 398562 w 574059"/>
                <a:gd name="connsiteY1" fmla="*/ 263366 h 427970"/>
                <a:gd name="connsiteX2" fmla="*/ 414516 w 574059"/>
                <a:gd name="connsiteY2" fmla="*/ 246876 h 427970"/>
                <a:gd name="connsiteX3" fmla="*/ 414516 w 574059"/>
                <a:gd name="connsiteY3" fmla="*/ 181035 h 427970"/>
                <a:gd name="connsiteX4" fmla="*/ 398562 w 574059"/>
                <a:gd name="connsiteY4" fmla="*/ 164604 h 427970"/>
                <a:gd name="connsiteX5" fmla="*/ 334863 w 574059"/>
                <a:gd name="connsiteY5" fmla="*/ 164604 h 427970"/>
                <a:gd name="connsiteX6" fmla="*/ 318909 w 574059"/>
                <a:gd name="connsiteY6" fmla="*/ 181035 h 427970"/>
                <a:gd name="connsiteX7" fmla="*/ 318909 w 574059"/>
                <a:gd name="connsiteY7" fmla="*/ 246876 h 427970"/>
                <a:gd name="connsiteX8" fmla="*/ 334863 w 574059"/>
                <a:gd name="connsiteY8" fmla="*/ 263366 h 427970"/>
                <a:gd name="connsiteX9" fmla="*/ 334863 w 574059"/>
                <a:gd name="connsiteY9" fmla="*/ 98762 h 427970"/>
                <a:gd name="connsiteX10" fmla="*/ 398562 w 574059"/>
                <a:gd name="connsiteY10" fmla="*/ 98762 h 427970"/>
                <a:gd name="connsiteX11" fmla="*/ 414516 w 574059"/>
                <a:gd name="connsiteY11" fmla="*/ 82272 h 427970"/>
                <a:gd name="connsiteX12" fmla="*/ 414516 w 574059"/>
                <a:gd name="connsiteY12" fmla="*/ 16431 h 427970"/>
                <a:gd name="connsiteX13" fmla="*/ 398562 w 574059"/>
                <a:gd name="connsiteY13" fmla="*/ 0 h 427970"/>
                <a:gd name="connsiteX14" fmla="*/ 334863 w 574059"/>
                <a:gd name="connsiteY14" fmla="*/ 0 h 427970"/>
                <a:gd name="connsiteX15" fmla="*/ 318909 w 574059"/>
                <a:gd name="connsiteY15" fmla="*/ 16431 h 427970"/>
                <a:gd name="connsiteX16" fmla="*/ 318909 w 574059"/>
                <a:gd name="connsiteY16" fmla="*/ 82272 h 427970"/>
                <a:gd name="connsiteX17" fmla="*/ 334863 w 574059"/>
                <a:gd name="connsiteY17" fmla="*/ 98762 h 427970"/>
                <a:gd name="connsiteX18" fmla="*/ 494288 w 574059"/>
                <a:gd name="connsiteY18" fmla="*/ 98762 h 427970"/>
                <a:gd name="connsiteX19" fmla="*/ 558106 w 574059"/>
                <a:gd name="connsiteY19" fmla="*/ 98762 h 427970"/>
                <a:gd name="connsiteX20" fmla="*/ 574060 w 574059"/>
                <a:gd name="connsiteY20" fmla="*/ 82272 h 427970"/>
                <a:gd name="connsiteX21" fmla="*/ 574060 w 574059"/>
                <a:gd name="connsiteY21" fmla="*/ 16431 h 427970"/>
                <a:gd name="connsiteX22" fmla="*/ 558106 w 574059"/>
                <a:gd name="connsiteY22" fmla="*/ 0 h 427970"/>
                <a:gd name="connsiteX23" fmla="*/ 494288 w 574059"/>
                <a:gd name="connsiteY23" fmla="*/ 0 h 427970"/>
                <a:gd name="connsiteX24" fmla="*/ 478334 w 574059"/>
                <a:gd name="connsiteY24" fmla="*/ 16431 h 427970"/>
                <a:gd name="connsiteX25" fmla="*/ 478334 w 574059"/>
                <a:gd name="connsiteY25" fmla="*/ 82272 h 427970"/>
                <a:gd name="connsiteX26" fmla="*/ 494288 w 574059"/>
                <a:gd name="connsiteY26" fmla="*/ 98762 h 427970"/>
                <a:gd name="connsiteX27" fmla="*/ 175379 w 574059"/>
                <a:gd name="connsiteY27" fmla="*/ 98762 h 427970"/>
                <a:gd name="connsiteX28" fmla="*/ 239197 w 574059"/>
                <a:gd name="connsiteY28" fmla="*/ 98762 h 427970"/>
                <a:gd name="connsiteX29" fmla="*/ 255091 w 574059"/>
                <a:gd name="connsiteY29" fmla="*/ 82272 h 427970"/>
                <a:gd name="connsiteX30" fmla="*/ 255091 w 574059"/>
                <a:gd name="connsiteY30" fmla="*/ 16431 h 427970"/>
                <a:gd name="connsiteX31" fmla="*/ 239197 w 574059"/>
                <a:gd name="connsiteY31" fmla="*/ 0 h 427970"/>
                <a:gd name="connsiteX32" fmla="*/ 175320 w 574059"/>
                <a:gd name="connsiteY32" fmla="*/ 0 h 427970"/>
                <a:gd name="connsiteX33" fmla="*/ 159365 w 574059"/>
                <a:gd name="connsiteY33" fmla="*/ 16431 h 427970"/>
                <a:gd name="connsiteX34" fmla="*/ 159365 w 574059"/>
                <a:gd name="connsiteY34" fmla="*/ 82272 h 427970"/>
                <a:gd name="connsiteX35" fmla="*/ 175320 w 574059"/>
                <a:gd name="connsiteY35" fmla="*/ 98762 h 427970"/>
                <a:gd name="connsiteX36" fmla="*/ 494288 w 574059"/>
                <a:gd name="connsiteY36" fmla="*/ 263366 h 427970"/>
                <a:gd name="connsiteX37" fmla="*/ 558106 w 574059"/>
                <a:gd name="connsiteY37" fmla="*/ 263366 h 427970"/>
                <a:gd name="connsiteX38" fmla="*/ 574060 w 574059"/>
                <a:gd name="connsiteY38" fmla="*/ 246876 h 427970"/>
                <a:gd name="connsiteX39" fmla="*/ 574060 w 574059"/>
                <a:gd name="connsiteY39" fmla="*/ 181035 h 427970"/>
                <a:gd name="connsiteX40" fmla="*/ 558106 w 574059"/>
                <a:gd name="connsiteY40" fmla="*/ 164604 h 427970"/>
                <a:gd name="connsiteX41" fmla="*/ 494288 w 574059"/>
                <a:gd name="connsiteY41" fmla="*/ 164604 h 427970"/>
                <a:gd name="connsiteX42" fmla="*/ 478334 w 574059"/>
                <a:gd name="connsiteY42" fmla="*/ 181035 h 427970"/>
                <a:gd name="connsiteX43" fmla="*/ 478334 w 574059"/>
                <a:gd name="connsiteY43" fmla="*/ 246876 h 427970"/>
                <a:gd name="connsiteX44" fmla="*/ 494288 w 574059"/>
                <a:gd name="connsiteY44" fmla="*/ 263366 h 427970"/>
                <a:gd name="connsiteX45" fmla="*/ 494288 w 574059"/>
                <a:gd name="connsiteY45" fmla="*/ 427970 h 427970"/>
                <a:gd name="connsiteX46" fmla="*/ 558106 w 574059"/>
                <a:gd name="connsiteY46" fmla="*/ 427970 h 427970"/>
                <a:gd name="connsiteX47" fmla="*/ 574060 w 574059"/>
                <a:gd name="connsiteY47" fmla="*/ 411480 h 427970"/>
                <a:gd name="connsiteX48" fmla="*/ 574060 w 574059"/>
                <a:gd name="connsiteY48" fmla="*/ 345638 h 427970"/>
                <a:gd name="connsiteX49" fmla="*/ 558106 w 574059"/>
                <a:gd name="connsiteY49" fmla="*/ 329208 h 427970"/>
                <a:gd name="connsiteX50" fmla="*/ 494288 w 574059"/>
                <a:gd name="connsiteY50" fmla="*/ 329208 h 427970"/>
                <a:gd name="connsiteX51" fmla="*/ 478334 w 574059"/>
                <a:gd name="connsiteY51" fmla="*/ 345638 h 427970"/>
                <a:gd name="connsiteX52" fmla="*/ 478334 w 574059"/>
                <a:gd name="connsiteY52" fmla="*/ 411480 h 427970"/>
                <a:gd name="connsiteX53" fmla="*/ 494288 w 574059"/>
                <a:gd name="connsiteY53" fmla="*/ 427970 h 427970"/>
                <a:gd name="connsiteX54" fmla="*/ 334863 w 574059"/>
                <a:gd name="connsiteY54" fmla="*/ 427970 h 427970"/>
                <a:gd name="connsiteX55" fmla="*/ 398562 w 574059"/>
                <a:gd name="connsiteY55" fmla="*/ 427970 h 427970"/>
                <a:gd name="connsiteX56" fmla="*/ 414516 w 574059"/>
                <a:gd name="connsiteY56" fmla="*/ 411480 h 427970"/>
                <a:gd name="connsiteX57" fmla="*/ 414516 w 574059"/>
                <a:gd name="connsiteY57" fmla="*/ 345638 h 427970"/>
                <a:gd name="connsiteX58" fmla="*/ 398562 w 574059"/>
                <a:gd name="connsiteY58" fmla="*/ 329208 h 427970"/>
                <a:gd name="connsiteX59" fmla="*/ 334863 w 574059"/>
                <a:gd name="connsiteY59" fmla="*/ 329208 h 427970"/>
                <a:gd name="connsiteX60" fmla="*/ 318909 w 574059"/>
                <a:gd name="connsiteY60" fmla="*/ 345638 h 427970"/>
                <a:gd name="connsiteX61" fmla="*/ 318909 w 574059"/>
                <a:gd name="connsiteY61" fmla="*/ 411480 h 427970"/>
                <a:gd name="connsiteX62" fmla="*/ 334863 w 574059"/>
                <a:gd name="connsiteY62" fmla="*/ 427970 h 427970"/>
                <a:gd name="connsiteX63" fmla="*/ 15954 w 574059"/>
                <a:gd name="connsiteY63" fmla="*/ 427970 h 427970"/>
                <a:gd name="connsiteX64" fmla="*/ 79712 w 574059"/>
                <a:gd name="connsiteY64" fmla="*/ 427970 h 427970"/>
                <a:gd name="connsiteX65" fmla="*/ 95667 w 574059"/>
                <a:gd name="connsiteY65" fmla="*/ 411480 h 427970"/>
                <a:gd name="connsiteX66" fmla="*/ 95667 w 574059"/>
                <a:gd name="connsiteY66" fmla="*/ 345638 h 427970"/>
                <a:gd name="connsiteX67" fmla="*/ 79712 w 574059"/>
                <a:gd name="connsiteY67" fmla="*/ 329208 h 427970"/>
                <a:gd name="connsiteX68" fmla="*/ 15954 w 574059"/>
                <a:gd name="connsiteY68" fmla="*/ 329208 h 427970"/>
                <a:gd name="connsiteX69" fmla="*/ 0 w 574059"/>
                <a:gd name="connsiteY69" fmla="*/ 345638 h 427970"/>
                <a:gd name="connsiteX70" fmla="*/ 0 w 574059"/>
                <a:gd name="connsiteY70" fmla="*/ 411480 h 427970"/>
                <a:gd name="connsiteX71" fmla="*/ 15954 w 574059"/>
                <a:gd name="connsiteY71" fmla="*/ 427970 h 427970"/>
                <a:gd name="connsiteX72" fmla="*/ 15954 w 574059"/>
                <a:gd name="connsiteY72" fmla="*/ 263366 h 427970"/>
                <a:gd name="connsiteX73" fmla="*/ 79712 w 574059"/>
                <a:gd name="connsiteY73" fmla="*/ 263366 h 427970"/>
                <a:gd name="connsiteX74" fmla="*/ 95667 w 574059"/>
                <a:gd name="connsiteY74" fmla="*/ 246876 h 427970"/>
                <a:gd name="connsiteX75" fmla="*/ 95667 w 574059"/>
                <a:gd name="connsiteY75" fmla="*/ 181035 h 427970"/>
                <a:gd name="connsiteX76" fmla="*/ 79712 w 574059"/>
                <a:gd name="connsiteY76" fmla="*/ 164604 h 427970"/>
                <a:gd name="connsiteX77" fmla="*/ 15954 w 574059"/>
                <a:gd name="connsiteY77" fmla="*/ 164604 h 427970"/>
                <a:gd name="connsiteX78" fmla="*/ 0 w 574059"/>
                <a:gd name="connsiteY78" fmla="*/ 181035 h 427970"/>
                <a:gd name="connsiteX79" fmla="*/ 0 w 574059"/>
                <a:gd name="connsiteY79" fmla="*/ 246876 h 427970"/>
                <a:gd name="connsiteX80" fmla="*/ 15954 w 574059"/>
                <a:gd name="connsiteY80" fmla="*/ 263366 h 42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74059" h="427970">
                  <a:moveTo>
                    <a:pt x="334863" y="263366"/>
                  </a:moveTo>
                  <a:lnTo>
                    <a:pt x="398562" y="263366"/>
                  </a:lnTo>
                  <a:cubicBezTo>
                    <a:pt x="408087" y="263366"/>
                    <a:pt x="414516" y="256818"/>
                    <a:pt x="414516" y="246876"/>
                  </a:cubicBezTo>
                  <a:lnTo>
                    <a:pt x="414516" y="181035"/>
                  </a:lnTo>
                  <a:cubicBezTo>
                    <a:pt x="414516" y="171152"/>
                    <a:pt x="408146" y="164604"/>
                    <a:pt x="398562" y="164604"/>
                  </a:cubicBezTo>
                  <a:lnTo>
                    <a:pt x="334863" y="164604"/>
                  </a:lnTo>
                  <a:cubicBezTo>
                    <a:pt x="325279" y="164604"/>
                    <a:pt x="318909" y="171152"/>
                    <a:pt x="318909" y="181035"/>
                  </a:cubicBezTo>
                  <a:lnTo>
                    <a:pt x="318909" y="246876"/>
                  </a:lnTo>
                  <a:cubicBezTo>
                    <a:pt x="318909" y="256758"/>
                    <a:pt x="325279" y="263366"/>
                    <a:pt x="334863" y="263366"/>
                  </a:cubicBezTo>
                  <a:close/>
                  <a:moveTo>
                    <a:pt x="334863" y="98762"/>
                  </a:moveTo>
                  <a:lnTo>
                    <a:pt x="398562" y="98762"/>
                  </a:lnTo>
                  <a:cubicBezTo>
                    <a:pt x="408087" y="98762"/>
                    <a:pt x="414516" y="92214"/>
                    <a:pt x="414516" y="82272"/>
                  </a:cubicBezTo>
                  <a:lnTo>
                    <a:pt x="414516" y="16431"/>
                  </a:lnTo>
                  <a:cubicBezTo>
                    <a:pt x="414516" y="6548"/>
                    <a:pt x="408146" y="0"/>
                    <a:pt x="398562" y="0"/>
                  </a:cubicBezTo>
                  <a:lnTo>
                    <a:pt x="334863" y="0"/>
                  </a:lnTo>
                  <a:cubicBezTo>
                    <a:pt x="325279" y="0"/>
                    <a:pt x="318909" y="6548"/>
                    <a:pt x="318909" y="16431"/>
                  </a:cubicBezTo>
                  <a:lnTo>
                    <a:pt x="318909" y="82272"/>
                  </a:lnTo>
                  <a:cubicBezTo>
                    <a:pt x="318909" y="92154"/>
                    <a:pt x="325279" y="98762"/>
                    <a:pt x="334863" y="98762"/>
                  </a:cubicBezTo>
                  <a:close/>
                  <a:moveTo>
                    <a:pt x="494288" y="98762"/>
                  </a:moveTo>
                  <a:lnTo>
                    <a:pt x="558106" y="98762"/>
                  </a:lnTo>
                  <a:cubicBezTo>
                    <a:pt x="567630" y="98762"/>
                    <a:pt x="574060" y="92214"/>
                    <a:pt x="574060" y="82272"/>
                  </a:cubicBezTo>
                  <a:lnTo>
                    <a:pt x="574060" y="16431"/>
                  </a:lnTo>
                  <a:cubicBezTo>
                    <a:pt x="574060" y="6548"/>
                    <a:pt x="567630" y="0"/>
                    <a:pt x="558106" y="0"/>
                  </a:cubicBezTo>
                  <a:lnTo>
                    <a:pt x="494288" y="0"/>
                  </a:lnTo>
                  <a:cubicBezTo>
                    <a:pt x="484763" y="0"/>
                    <a:pt x="478334" y="6548"/>
                    <a:pt x="478334" y="16431"/>
                  </a:cubicBezTo>
                  <a:lnTo>
                    <a:pt x="478334" y="82272"/>
                  </a:lnTo>
                  <a:cubicBezTo>
                    <a:pt x="478334" y="92154"/>
                    <a:pt x="484763" y="98762"/>
                    <a:pt x="494288" y="98762"/>
                  </a:cubicBezTo>
                  <a:close/>
                  <a:moveTo>
                    <a:pt x="175379" y="98762"/>
                  </a:moveTo>
                  <a:lnTo>
                    <a:pt x="239197" y="98762"/>
                  </a:lnTo>
                  <a:cubicBezTo>
                    <a:pt x="248722" y="98762"/>
                    <a:pt x="255091" y="92214"/>
                    <a:pt x="255091" y="82272"/>
                  </a:cubicBezTo>
                  <a:lnTo>
                    <a:pt x="255091" y="16431"/>
                  </a:lnTo>
                  <a:cubicBezTo>
                    <a:pt x="255091" y="6548"/>
                    <a:pt x="248722" y="0"/>
                    <a:pt x="239197" y="0"/>
                  </a:cubicBezTo>
                  <a:lnTo>
                    <a:pt x="175320" y="0"/>
                  </a:lnTo>
                  <a:cubicBezTo>
                    <a:pt x="165795" y="0"/>
                    <a:pt x="159365" y="6548"/>
                    <a:pt x="159365" y="16431"/>
                  </a:cubicBezTo>
                  <a:lnTo>
                    <a:pt x="159365" y="82272"/>
                  </a:lnTo>
                  <a:cubicBezTo>
                    <a:pt x="159365" y="92154"/>
                    <a:pt x="165735" y="98762"/>
                    <a:pt x="175320" y="98762"/>
                  </a:cubicBezTo>
                  <a:close/>
                  <a:moveTo>
                    <a:pt x="494288" y="263366"/>
                  </a:moveTo>
                  <a:lnTo>
                    <a:pt x="558106" y="263366"/>
                  </a:lnTo>
                  <a:cubicBezTo>
                    <a:pt x="567630" y="263366"/>
                    <a:pt x="574060" y="256818"/>
                    <a:pt x="574060" y="246876"/>
                  </a:cubicBezTo>
                  <a:lnTo>
                    <a:pt x="574060" y="181035"/>
                  </a:lnTo>
                  <a:cubicBezTo>
                    <a:pt x="574060" y="171152"/>
                    <a:pt x="567630" y="164604"/>
                    <a:pt x="558106" y="164604"/>
                  </a:cubicBezTo>
                  <a:lnTo>
                    <a:pt x="494288" y="164604"/>
                  </a:lnTo>
                  <a:cubicBezTo>
                    <a:pt x="484763" y="164604"/>
                    <a:pt x="478334" y="171152"/>
                    <a:pt x="478334" y="181035"/>
                  </a:cubicBezTo>
                  <a:lnTo>
                    <a:pt x="478334" y="246876"/>
                  </a:lnTo>
                  <a:cubicBezTo>
                    <a:pt x="478334" y="256758"/>
                    <a:pt x="484763" y="263366"/>
                    <a:pt x="494288" y="263366"/>
                  </a:cubicBezTo>
                  <a:close/>
                  <a:moveTo>
                    <a:pt x="494288" y="427970"/>
                  </a:moveTo>
                  <a:lnTo>
                    <a:pt x="558106" y="427970"/>
                  </a:lnTo>
                  <a:cubicBezTo>
                    <a:pt x="567630" y="427970"/>
                    <a:pt x="574060" y="421422"/>
                    <a:pt x="574060" y="411480"/>
                  </a:cubicBezTo>
                  <a:lnTo>
                    <a:pt x="574060" y="345638"/>
                  </a:lnTo>
                  <a:cubicBezTo>
                    <a:pt x="574060" y="335756"/>
                    <a:pt x="567630" y="329208"/>
                    <a:pt x="558106" y="329208"/>
                  </a:cubicBezTo>
                  <a:lnTo>
                    <a:pt x="494288" y="329208"/>
                  </a:lnTo>
                  <a:cubicBezTo>
                    <a:pt x="484763" y="329208"/>
                    <a:pt x="478334" y="335756"/>
                    <a:pt x="478334" y="345638"/>
                  </a:cubicBezTo>
                  <a:lnTo>
                    <a:pt x="478334" y="411480"/>
                  </a:lnTo>
                  <a:cubicBezTo>
                    <a:pt x="478334" y="421362"/>
                    <a:pt x="484763" y="427970"/>
                    <a:pt x="494288" y="427970"/>
                  </a:cubicBezTo>
                  <a:close/>
                  <a:moveTo>
                    <a:pt x="334863" y="427970"/>
                  </a:moveTo>
                  <a:lnTo>
                    <a:pt x="398562" y="427970"/>
                  </a:lnTo>
                  <a:cubicBezTo>
                    <a:pt x="408087" y="427970"/>
                    <a:pt x="414516" y="421422"/>
                    <a:pt x="414516" y="411480"/>
                  </a:cubicBezTo>
                  <a:lnTo>
                    <a:pt x="414516" y="345638"/>
                  </a:lnTo>
                  <a:cubicBezTo>
                    <a:pt x="414516" y="335756"/>
                    <a:pt x="408146" y="329208"/>
                    <a:pt x="398562" y="329208"/>
                  </a:cubicBezTo>
                  <a:lnTo>
                    <a:pt x="334863" y="329208"/>
                  </a:lnTo>
                  <a:cubicBezTo>
                    <a:pt x="325279" y="329208"/>
                    <a:pt x="318909" y="335756"/>
                    <a:pt x="318909" y="345638"/>
                  </a:cubicBezTo>
                  <a:lnTo>
                    <a:pt x="318909" y="411480"/>
                  </a:lnTo>
                  <a:cubicBezTo>
                    <a:pt x="318909" y="421362"/>
                    <a:pt x="325279" y="427970"/>
                    <a:pt x="334863" y="427970"/>
                  </a:cubicBezTo>
                  <a:close/>
                  <a:moveTo>
                    <a:pt x="15954" y="427970"/>
                  </a:moveTo>
                  <a:lnTo>
                    <a:pt x="79712" y="427970"/>
                  </a:lnTo>
                  <a:cubicBezTo>
                    <a:pt x="89237" y="427970"/>
                    <a:pt x="95667" y="421422"/>
                    <a:pt x="95667" y="411480"/>
                  </a:cubicBezTo>
                  <a:lnTo>
                    <a:pt x="95667" y="345638"/>
                  </a:lnTo>
                  <a:cubicBezTo>
                    <a:pt x="95667" y="335756"/>
                    <a:pt x="89297" y="329208"/>
                    <a:pt x="79712" y="329208"/>
                  </a:cubicBezTo>
                  <a:lnTo>
                    <a:pt x="15954" y="329208"/>
                  </a:lnTo>
                  <a:cubicBezTo>
                    <a:pt x="6370" y="329208"/>
                    <a:pt x="0" y="335756"/>
                    <a:pt x="0" y="345638"/>
                  </a:cubicBezTo>
                  <a:lnTo>
                    <a:pt x="0" y="411480"/>
                  </a:lnTo>
                  <a:cubicBezTo>
                    <a:pt x="0" y="421362"/>
                    <a:pt x="6370" y="427970"/>
                    <a:pt x="15954" y="427970"/>
                  </a:cubicBezTo>
                  <a:close/>
                  <a:moveTo>
                    <a:pt x="15954" y="263366"/>
                  </a:moveTo>
                  <a:lnTo>
                    <a:pt x="79712" y="263366"/>
                  </a:lnTo>
                  <a:cubicBezTo>
                    <a:pt x="89237" y="263366"/>
                    <a:pt x="95667" y="256818"/>
                    <a:pt x="95667" y="246876"/>
                  </a:cubicBezTo>
                  <a:lnTo>
                    <a:pt x="95667" y="181035"/>
                  </a:lnTo>
                  <a:cubicBezTo>
                    <a:pt x="95667" y="171152"/>
                    <a:pt x="89297" y="164604"/>
                    <a:pt x="79712" y="164604"/>
                  </a:cubicBezTo>
                  <a:lnTo>
                    <a:pt x="15954" y="164604"/>
                  </a:lnTo>
                  <a:cubicBezTo>
                    <a:pt x="6370" y="164604"/>
                    <a:pt x="0" y="171152"/>
                    <a:pt x="0" y="181035"/>
                  </a:cubicBezTo>
                  <a:lnTo>
                    <a:pt x="0" y="246876"/>
                  </a:lnTo>
                  <a:cubicBezTo>
                    <a:pt x="0" y="256758"/>
                    <a:pt x="6370" y="263366"/>
                    <a:pt x="15954" y="263366"/>
                  </a:cubicBezTo>
                  <a:close/>
                </a:path>
              </a:pathLst>
            </a:custGeom>
            <a:grpFill/>
            <a:ln w="930" cap="flat">
              <a:noFill/>
              <a:prstDash val="solid"/>
              <a:miter/>
            </a:ln>
          </p:spPr>
          <p:txBody>
            <a:bodyPr rtlCol="0" anchor="ctr"/>
            <a:lstStyle/>
            <a:p>
              <a:endParaRPr lang="zh-CN" altLang="en-US"/>
            </a:p>
          </p:txBody>
        </p:sp>
        <p:sp>
          <p:nvSpPr>
            <p:cNvPr id="14" name="任意多边形: 形状 101">
              <a:extLst>
                <a:ext uri="{FF2B5EF4-FFF2-40B4-BE49-F238E27FC236}">
                  <a16:creationId xmlns:a16="http://schemas.microsoft.com/office/drawing/2014/main" id="{DD44B4C2-9165-B36A-65FD-8F8D6137479D}"/>
                </a:ext>
              </a:extLst>
            </p:cNvPr>
            <p:cNvSpPr/>
            <p:nvPr/>
          </p:nvSpPr>
          <p:spPr>
            <a:xfrm>
              <a:off x="7677146" y="5098017"/>
              <a:ext cx="892968" cy="921781"/>
            </a:xfrm>
            <a:custGeom>
              <a:avLst/>
              <a:gdLst>
                <a:gd name="connsiteX0" fmla="*/ 829211 w 892968"/>
                <a:gd name="connsiteY0" fmla="*/ 65842 h 921781"/>
                <a:gd name="connsiteX1" fmla="*/ 701635 w 892968"/>
                <a:gd name="connsiteY1" fmla="*/ 65842 h 921781"/>
                <a:gd name="connsiteX2" fmla="*/ 701635 w 892968"/>
                <a:gd name="connsiteY2" fmla="*/ 32921 h 921781"/>
                <a:gd name="connsiteX3" fmla="*/ 669727 w 892968"/>
                <a:gd name="connsiteY3" fmla="*/ 0 h 921781"/>
                <a:gd name="connsiteX4" fmla="*/ 637818 w 892968"/>
                <a:gd name="connsiteY4" fmla="*/ 32921 h 921781"/>
                <a:gd name="connsiteX5" fmla="*/ 637818 w 892968"/>
                <a:gd name="connsiteY5" fmla="*/ 65842 h 921781"/>
                <a:gd name="connsiteX6" fmla="*/ 255151 w 892968"/>
                <a:gd name="connsiteY6" fmla="*/ 65842 h 921781"/>
                <a:gd name="connsiteX7" fmla="*/ 255151 w 892968"/>
                <a:gd name="connsiteY7" fmla="*/ 32921 h 921781"/>
                <a:gd name="connsiteX8" fmla="*/ 223242 w 892968"/>
                <a:gd name="connsiteY8" fmla="*/ 0 h 921781"/>
                <a:gd name="connsiteX9" fmla="*/ 191333 w 892968"/>
                <a:gd name="connsiteY9" fmla="*/ 32921 h 921781"/>
                <a:gd name="connsiteX10" fmla="*/ 191333 w 892968"/>
                <a:gd name="connsiteY10" fmla="*/ 65842 h 921781"/>
                <a:gd name="connsiteX11" fmla="*/ 63818 w 892968"/>
                <a:gd name="connsiteY11" fmla="*/ 65842 h 921781"/>
                <a:gd name="connsiteX12" fmla="*/ 0 w 892968"/>
                <a:gd name="connsiteY12" fmla="*/ 131683 h 921781"/>
                <a:gd name="connsiteX13" fmla="*/ 0 w 892968"/>
                <a:gd name="connsiteY13" fmla="*/ 855940 h 921781"/>
                <a:gd name="connsiteX14" fmla="*/ 63818 w 892968"/>
                <a:gd name="connsiteY14" fmla="*/ 921782 h 921781"/>
                <a:gd name="connsiteX15" fmla="*/ 829211 w 892968"/>
                <a:gd name="connsiteY15" fmla="*/ 921782 h 921781"/>
                <a:gd name="connsiteX16" fmla="*/ 892969 w 892968"/>
                <a:gd name="connsiteY16" fmla="*/ 855940 h 921781"/>
                <a:gd name="connsiteX17" fmla="*/ 892969 w 892968"/>
                <a:gd name="connsiteY17" fmla="*/ 131683 h 921781"/>
                <a:gd name="connsiteX18" fmla="*/ 829211 w 892968"/>
                <a:gd name="connsiteY18" fmla="*/ 65842 h 921781"/>
                <a:gd name="connsiteX19" fmla="*/ 829211 w 892968"/>
                <a:gd name="connsiteY19" fmla="*/ 823079 h 921781"/>
                <a:gd name="connsiteX20" fmla="*/ 797302 w 892968"/>
                <a:gd name="connsiteY20" fmla="*/ 855940 h 921781"/>
                <a:gd name="connsiteX21" fmla="*/ 95667 w 892968"/>
                <a:gd name="connsiteY21" fmla="*/ 855940 h 921781"/>
                <a:gd name="connsiteX22" fmla="*/ 63818 w 892968"/>
                <a:gd name="connsiteY22" fmla="*/ 823020 h 921781"/>
                <a:gd name="connsiteX23" fmla="*/ 63818 w 892968"/>
                <a:gd name="connsiteY23" fmla="*/ 312777 h 921781"/>
                <a:gd name="connsiteX24" fmla="*/ 829211 w 892968"/>
                <a:gd name="connsiteY24" fmla="*/ 312777 h 921781"/>
                <a:gd name="connsiteX25" fmla="*/ 829211 w 892968"/>
                <a:gd name="connsiteY25" fmla="*/ 823020 h 921781"/>
                <a:gd name="connsiteX26" fmla="*/ 829211 w 892968"/>
                <a:gd name="connsiteY26" fmla="*/ 246936 h 921781"/>
                <a:gd name="connsiteX27" fmla="*/ 63818 w 892968"/>
                <a:gd name="connsiteY27" fmla="*/ 246936 h 921781"/>
                <a:gd name="connsiteX28" fmla="*/ 63818 w 892968"/>
                <a:gd name="connsiteY28" fmla="*/ 164604 h 921781"/>
                <a:gd name="connsiteX29" fmla="*/ 95667 w 892968"/>
                <a:gd name="connsiteY29" fmla="*/ 131683 h 921781"/>
                <a:gd name="connsiteX30" fmla="*/ 191333 w 892968"/>
                <a:gd name="connsiteY30" fmla="*/ 131683 h 921781"/>
                <a:gd name="connsiteX31" fmla="*/ 191333 w 892968"/>
                <a:gd name="connsiteY31" fmla="*/ 164604 h 921781"/>
                <a:gd name="connsiteX32" fmla="*/ 223242 w 892968"/>
                <a:gd name="connsiteY32" fmla="*/ 197525 h 921781"/>
                <a:gd name="connsiteX33" fmla="*/ 255151 w 892968"/>
                <a:gd name="connsiteY33" fmla="*/ 164604 h 921781"/>
                <a:gd name="connsiteX34" fmla="*/ 255151 w 892968"/>
                <a:gd name="connsiteY34" fmla="*/ 131683 h 921781"/>
                <a:gd name="connsiteX35" fmla="*/ 637818 w 892968"/>
                <a:gd name="connsiteY35" fmla="*/ 131683 h 921781"/>
                <a:gd name="connsiteX36" fmla="*/ 637818 w 892968"/>
                <a:gd name="connsiteY36" fmla="*/ 164604 h 921781"/>
                <a:gd name="connsiteX37" fmla="*/ 669727 w 892968"/>
                <a:gd name="connsiteY37" fmla="*/ 197525 h 921781"/>
                <a:gd name="connsiteX38" fmla="*/ 701635 w 892968"/>
                <a:gd name="connsiteY38" fmla="*/ 164604 h 921781"/>
                <a:gd name="connsiteX39" fmla="*/ 701635 w 892968"/>
                <a:gd name="connsiteY39" fmla="*/ 131683 h 921781"/>
                <a:gd name="connsiteX40" fmla="*/ 797302 w 892968"/>
                <a:gd name="connsiteY40" fmla="*/ 131683 h 921781"/>
                <a:gd name="connsiteX41" fmla="*/ 829211 w 892968"/>
                <a:gd name="connsiteY41" fmla="*/ 164604 h 921781"/>
                <a:gd name="connsiteX42" fmla="*/ 829211 w 892968"/>
                <a:gd name="connsiteY42" fmla="*/ 246936 h 921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2968" h="921781">
                  <a:moveTo>
                    <a:pt x="829211" y="65842"/>
                  </a:moveTo>
                  <a:lnTo>
                    <a:pt x="701635" y="65842"/>
                  </a:lnTo>
                  <a:lnTo>
                    <a:pt x="701635" y="32921"/>
                  </a:lnTo>
                  <a:cubicBezTo>
                    <a:pt x="701635" y="16490"/>
                    <a:pt x="688896" y="0"/>
                    <a:pt x="669727" y="0"/>
                  </a:cubicBezTo>
                  <a:cubicBezTo>
                    <a:pt x="650617" y="0"/>
                    <a:pt x="637818" y="13156"/>
                    <a:pt x="637818" y="32921"/>
                  </a:cubicBezTo>
                  <a:lnTo>
                    <a:pt x="637818" y="65842"/>
                  </a:lnTo>
                  <a:lnTo>
                    <a:pt x="255151" y="65842"/>
                  </a:lnTo>
                  <a:lnTo>
                    <a:pt x="255151" y="32921"/>
                  </a:lnTo>
                  <a:cubicBezTo>
                    <a:pt x="255151" y="16490"/>
                    <a:pt x="242411" y="0"/>
                    <a:pt x="223242" y="0"/>
                  </a:cubicBezTo>
                  <a:cubicBezTo>
                    <a:pt x="204133" y="0"/>
                    <a:pt x="191333" y="13156"/>
                    <a:pt x="191333" y="32921"/>
                  </a:cubicBezTo>
                  <a:lnTo>
                    <a:pt x="191333" y="65842"/>
                  </a:lnTo>
                  <a:lnTo>
                    <a:pt x="63818" y="65842"/>
                  </a:lnTo>
                  <a:cubicBezTo>
                    <a:pt x="28694" y="65842"/>
                    <a:pt x="0" y="95488"/>
                    <a:pt x="0" y="131683"/>
                  </a:cubicBezTo>
                  <a:lnTo>
                    <a:pt x="0" y="855940"/>
                  </a:lnTo>
                  <a:cubicBezTo>
                    <a:pt x="0" y="892195"/>
                    <a:pt x="28694" y="921782"/>
                    <a:pt x="63818" y="921782"/>
                  </a:cubicBezTo>
                  <a:lnTo>
                    <a:pt x="829211" y="921782"/>
                  </a:lnTo>
                  <a:cubicBezTo>
                    <a:pt x="864334" y="921782"/>
                    <a:pt x="892969" y="892195"/>
                    <a:pt x="892969" y="855940"/>
                  </a:cubicBezTo>
                  <a:lnTo>
                    <a:pt x="892969" y="131683"/>
                  </a:lnTo>
                  <a:cubicBezTo>
                    <a:pt x="892969" y="95488"/>
                    <a:pt x="864275" y="65842"/>
                    <a:pt x="829211" y="65842"/>
                  </a:cubicBezTo>
                  <a:close/>
                  <a:moveTo>
                    <a:pt x="829211" y="823079"/>
                  </a:moveTo>
                  <a:cubicBezTo>
                    <a:pt x="829211" y="842784"/>
                    <a:pt x="816412" y="855940"/>
                    <a:pt x="797302" y="855940"/>
                  </a:cubicBezTo>
                  <a:lnTo>
                    <a:pt x="95667" y="855940"/>
                  </a:lnTo>
                  <a:cubicBezTo>
                    <a:pt x="76557" y="855940"/>
                    <a:pt x="63818" y="842784"/>
                    <a:pt x="63818" y="823020"/>
                  </a:cubicBezTo>
                  <a:lnTo>
                    <a:pt x="63818" y="312777"/>
                  </a:lnTo>
                  <a:lnTo>
                    <a:pt x="829211" y="312777"/>
                  </a:lnTo>
                  <a:lnTo>
                    <a:pt x="829211" y="823020"/>
                  </a:lnTo>
                  <a:close/>
                  <a:moveTo>
                    <a:pt x="829211" y="246936"/>
                  </a:moveTo>
                  <a:lnTo>
                    <a:pt x="63818" y="246936"/>
                  </a:lnTo>
                  <a:lnTo>
                    <a:pt x="63818" y="164604"/>
                  </a:lnTo>
                  <a:cubicBezTo>
                    <a:pt x="63818" y="144899"/>
                    <a:pt x="76557" y="131683"/>
                    <a:pt x="95667" y="131683"/>
                  </a:cubicBezTo>
                  <a:lnTo>
                    <a:pt x="191333" y="131683"/>
                  </a:lnTo>
                  <a:lnTo>
                    <a:pt x="191333" y="164604"/>
                  </a:lnTo>
                  <a:cubicBezTo>
                    <a:pt x="191333" y="181094"/>
                    <a:pt x="204133" y="197525"/>
                    <a:pt x="223242" y="197525"/>
                  </a:cubicBezTo>
                  <a:cubicBezTo>
                    <a:pt x="242411" y="197525"/>
                    <a:pt x="255151" y="184428"/>
                    <a:pt x="255151" y="164604"/>
                  </a:cubicBezTo>
                  <a:lnTo>
                    <a:pt x="255151" y="131683"/>
                  </a:lnTo>
                  <a:lnTo>
                    <a:pt x="637818" y="131683"/>
                  </a:lnTo>
                  <a:lnTo>
                    <a:pt x="637818" y="164604"/>
                  </a:lnTo>
                  <a:cubicBezTo>
                    <a:pt x="637818" y="181094"/>
                    <a:pt x="650617" y="197525"/>
                    <a:pt x="669727" y="197525"/>
                  </a:cubicBezTo>
                  <a:cubicBezTo>
                    <a:pt x="688896" y="197525"/>
                    <a:pt x="701635" y="184428"/>
                    <a:pt x="701635" y="164604"/>
                  </a:cubicBezTo>
                  <a:lnTo>
                    <a:pt x="701635" y="131683"/>
                  </a:lnTo>
                  <a:lnTo>
                    <a:pt x="797302" y="131683"/>
                  </a:lnTo>
                  <a:cubicBezTo>
                    <a:pt x="816412" y="131683"/>
                    <a:pt x="829211" y="144899"/>
                    <a:pt x="829211" y="164604"/>
                  </a:cubicBezTo>
                  <a:lnTo>
                    <a:pt x="829211" y="246936"/>
                  </a:lnTo>
                  <a:close/>
                </a:path>
              </a:pathLst>
            </a:custGeom>
            <a:grpFill/>
            <a:ln w="930" cap="flat">
              <a:noFill/>
              <a:prstDash val="solid"/>
              <a:miter/>
            </a:ln>
          </p:spPr>
          <p:txBody>
            <a:bodyPr rtlCol="0" anchor="ctr"/>
            <a:lstStyle/>
            <a:p>
              <a:endParaRPr lang="zh-CN" altLang="en-US"/>
            </a:p>
          </p:txBody>
        </p:sp>
        <p:sp>
          <p:nvSpPr>
            <p:cNvPr id="15" name="任意多边形: 形状 102">
              <a:extLst>
                <a:ext uri="{FF2B5EF4-FFF2-40B4-BE49-F238E27FC236}">
                  <a16:creationId xmlns:a16="http://schemas.microsoft.com/office/drawing/2014/main" id="{563432FF-FED5-F97D-0C8F-6F8E2040C871}"/>
                </a:ext>
              </a:extLst>
            </p:cNvPr>
            <p:cNvSpPr/>
            <p:nvPr/>
          </p:nvSpPr>
          <p:spPr>
            <a:xfrm>
              <a:off x="7836630" y="5476636"/>
              <a:ext cx="255091" cy="427970"/>
            </a:xfrm>
            <a:custGeom>
              <a:avLst/>
              <a:gdLst>
                <a:gd name="connsiteX0" fmla="*/ 15954 w 255091"/>
                <a:gd name="connsiteY0" fmla="*/ 98762 h 427970"/>
                <a:gd name="connsiteX1" fmla="*/ 79712 w 255091"/>
                <a:gd name="connsiteY1" fmla="*/ 98762 h 427970"/>
                <a:gd name="connsiteX2" fmla="*/ 95667 w 255091"/>
                <a:gd name="connsiteY2" fmla="*/ 82272 h 427970"/>
                <a:gd name="connsiteX3" fmla="*/ 95667 w 255091"/>
                <a:gd name="connsiteY3" fmla="*/ 16431 h 427970"/>
                <a:gd name="connsiteX4" fmla="*/ 79712 w 255091"/>
                <a:gd name="connsiteY4" fmla="*/ 0 h 427970"/>
                <a:gd name="connsiteX5" fmla="*/ 15954 w 255091"/>
                <a:gd name="connsiteY5" fmla="*/ 0 h 427970"/>
                <a:gd name="connsiteX6" fmla="*/ 0 w 255091"/>
                <a:gd name="connsiteY6" fmla="*/ 16431 h 427970"/>
                <a:gd name="connsiteX7" fmla="*/ 0 w 255091"/>
                <a:gd name="connsiteY7" fmla="*/ 82272 h 427970"/>
                <a:gd name="connsiteX8" fmla="*/ 15954 w 255091"/>
                <a:gd name="connsiteY8" fmla="*/ 98762 h 427970"/>
                <a:gd name="connsiteX9" fmla="*/ 175379 w 255091"/>
                <a:gd name="connsiteY9" fmla="*/ 263366 h 427970"/>
                <a:gd name="connsiteX10" fmla="*/ 239197 w 255091"/>
                <a:gd name="connsiteY10" fmla="*/ 263366 h 427970"/>
                <a:gd name="connsiteX11" fmla="*/ 255091 w 255091"/>
                <a:gd name="connsiteY11" fmla="*/ 246876 h 427970"/>
                <a:gd name="connsiteX12" fmla="*/ 255091 w 255091"/>
                <a:gd name="connsiteY12" fmla="*/ 181035 h 427970"/>
                <a:gd name="connsiteX13" fmla="*/ 239197 w 255091"/>
                <a:gd name="connsiteY13" fmla="*/ 164604 h 427970"/>
                <a:gd name="connsiteX14" fmla="*/ 175320 w 255091"/>
                <a:gd name="connsiteY14" fmla="*/ 164604 h 427970"/>
                <a:gd name="connsiteX15" fmla="*/ 159365 w 255091"/>
                <a:gd name="connsiteY15" fmla="*/ 181035 h 427970"/>
                <a:gd name="connsiteX16" fmla="*/ 159365 w 255091"/>
                <a:gd name="connsiteY16" fmla="*/ 246876 h 427970"/>
                <a:gd name="connsiteX17" fmla="*/ 175320 w 255091"/>
                <a:gd name="connsiteY17" fmla="*/ 263366 h 427970"/>
                <a:gd name="connsiteX18" fmla="*/ 175379 w 255091"/>
                <a:gd name="connsiteY18" fmla="*/ 427970 h 427970"/>
                <a:gd name="connsiteX19" fmla="*/ 239197 w 255091"/>
                <a:gd name="connsiteY19" fmla="*/ 427970 h 427970"/>
                <a:gd name="connsiteX20" fmla="*/ 255091 w 255091"/>
                <a:gd name="connsiteY20" fmla="*/ 411480 h 427970"/>
                <a:gd name="connsiteX21" fmla="*/ 255091 w 255091"/>
                <a:gd name="connsiteY21" fmla="*/ 345638 h 427970"/>
                <a:gd name="connsiteX22" fmla="*/ 239197 w 255091"/>
                <a:gd name="connsiteY22" fmla="*/ 329208 h 427970"/>
                <a:gd name="connsiteX23" fmla="*/ 175320 w 255091"/>
                <a:gd name="connsiteY23" fmla="*/ 329208 h 427970"/>
                <a:gd name="connsiteX24" fmla="*/ 159365 w 255091"/>
                <a:gd name="connsiteY24" fmla="*/ 345638 h 427970"/>
                <a:gd name="connsiteX25" fmla="*/ 159365 w 255091"/>
                <a:gd name="connsiteY25" fmla="*/ 411480 h 427970"/>
                <a:gd name="connsiteX26" fmla="*/ 175320 w 255091"/>
                <a:gd name="connsiteY26" fmla="*/ 427970 h 42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55091" h="427970">
                  <a:moveTo>
                    <a:pt x="15954" y="98762"/>
                  </a:moveTo>
                  <a:lnTo>
                    <a:pt x="79712" y="98762"/>
                  </a:lnTo>
                  <a:cubicBezTo>
                    <a:pt x="89237" y="98762"/>
                    <a:pt x="95667" y="92214"/>
                    <a:pt x="95667" y="82272"/>
                  </a:cubicBezTo>
                  <a:lnTo>
                    <a:pt x="95667" y="16431"/>
                  </a:lnTo>
                  <a:cubicBezTo>
                    <a:pt x="95667" y="6548"/>
                    <a:pt x="89297" y="0"/>
                    <a:pt x="79712" y="0"/>
                  </a:cubicBezTo>
                  <a:lnTo>
                    <a:pt x="15954" y="0"/>
                  </a:lnTo>
                  <a:cubicBezTo>
                    <a:pt x="6370" y="0"/>
                    <a:pt x="0" y="6548"/>
                    <a:pt x="0" y="16431"/>
                  </a:cubicBezTo>
                  <a:lnTo>
                    <a:pt x="0" y="82272"/>
                  </a:lnTo>
                  <a:cubicBezTo>
                    <a:pt x="0" y="92154"/>
                    <a:pt x="6370" y="98762"/>
                    <a:pt x="15954" y="98762"/>
                  </a:cubicBezTo>
                  <a:close/>
                  <a:moveTo>
                    <a:pt x="175379" y="263366"/>
                  </a:moveTo>
                  <a:lnTo>
                    <a:pt x="239197" y="263366"/>
                  </a:lnTo>
                  <a:cubicBezTo>
                    <a:pt x="248722" y="263366"/>
                    <a:pt x="255091" y="256818"/>
                    <a:pt x="255091" y="246876"/>
                  </a:cubicBezTo>
                  <a:lnTo>
                    <a:pt x="255091" y="181035"/>
                  </a:lnTo>
                  <a:cubicBezTo>
                    <a:pt x="255091" y="171152"/>
                    <a:pt x="248722" y="164604"/>
                    <a:pt x="239197" y="164604"/>
                  </a:cubicBezTo>
                  <a:lnTo>
                    <a:pt x="175320" y="164604"/>
                  </a:lnTo>
                  <a:cubicBezTo>
                    <a:pt x="165795" y="164604"/>
                    <a:pt x="159365" y="171152"/>
                    <a:pt x="159365" y="181035"/>
                  </a:cubicBezTo>
                  <a:lnTo>
                    <a:pt x="159365" y="246876"/>
                  </a:lnTo>
                  <a:cubicBezTo>
                    <a:pt x="159365" y="256758"/>
                    <a:pt x="165735" y="263366"/>
                    <a:pt x="175320" y="263366"/>
                  </a:cubicBezTo>
                  <a:close/>
                  <a:moveTo>
                    <a:pt x="175379" y="427970"/>
                  </a:moveTo>
                  <a:lnTo>
                    <a:pt x="239197" y="427970"/>
                  </a:lnTo>
                  <a:cubicBezTo>
                    <a:pt x="248722" y="427970"/>
                    <a:pt x="255091" y="421422"/>
                    <a:pt x="255091" y="411480"/>
                  </a:cubicBezTo>
                  <a:lnTo>
                    <a:pt x="255091" y="345638"/>
                  </a:lnTo>
                  <a:cubicBezTo>
                    <a:pt x="255091" y="335756"/>
                    <a:pt x="248722" y="329208"/>
                    <a:pt x="239197" y="329208"/>
                  </a:cubicBezTo>
                  <a:lnTo>
                    <a:pt x="175320" y="329208"/>
                  </a:lnTo>
                  <a:cubicBezTo>
                    <a:pt x="165795" y="329208"/>
                    <a:pt x="159365" y="335756"/>
                    <a:pt x="159365" y="345638"/>
                  </a:cubicBezTo>
                  <a:lnTo>
                    <a:pt x="159365" y="411480"/>
                  </a:lnTo>
                  <a:cubicBezTo>
                    <a:pt x="159365" y="421362"/>
                    <a:pt x="165735" y="427970"/>
                    <a:pt x="175320" y="427970"/>
                  </a:cubicBezTo>
                  <a:close/>
                </a:path>
              </a:pathLst>
            </a:custGeom>
            <a:grpFill/>
            <a:ln w="930" cap="flat">
              <a:noFill/>
              <a:prstDash val="solid"/>
              <a:miter/>
            </a:ln>
          </p:spPr>
          <p:txBody>
            <a:bodyPr rtlCol="0" anchor="ctr"/>
            <a:lstStyle/>
            <a:p>
              <a:endParaRPr lang="zh-CN" altLang="en-US"/>
            </a:p>
          </p:txBody>
        </p:sp>
      </p:grpSp>
      <p:sp>
        <p:nvSpPr>
          <p:cNvPr id="16" name="文本框 15">
            <a:extLst>
              <a:ext uri="{FF2B5EF4-FFF2-40B4-BE49-F238E27FC236}">
                <a16:creationId xmlns:a16="http://schemas.microsoft.com/office/drawing/2014/main" id="{07A06916-0FAF-E559-5BC4-E7C826B180F3}"/>
              </a:ext>
            </a:extLst>
          </p:cNvPr>
          <p:cNvSpPr txBox="1"/>
          <p:nvPr/>
        </p:nvSpPr>
        <p:spPr>
          <a:xfrm>
            <a:off x="6916368" y="5157245"/>
            <a:ext cx="2628797" cy="369332"/>
          </a:xfrm>
          <a:prstGeom prst="rect">
            <a:avLst/>
          </a:prstGeom>
          <a:noFill/>
        </p:spPr>
        <p:txBody>
          <a:bodyPr wrap="none" rtlCol="0">
            <a:spAutoFit/>
          </a:bodyPr>
          <a:lstStyle/>
          <a:p>
            <a:r>
              <a:rPr lang="zh-CN" altLang="en-US" dirty="0">
                <a:latin typeface="+mn-ea"/>
              </a:rPr>
              <a:t>汇报日期：</a:t>
            </a:r>
            <a:r>
              <a:rPr lang="en-US" altLang="zh-CN" dirty="0">
                <a:latin typeface="+mn-ea"/>
              </a:rPr>
              <a:t>20XX.XX.XX</a:t>
            </a:r>
            <a:endParaRPr lang="zh-CN" altLang="en-US" dirty="0">
              <a:latin typeface="+mn-ea"/>
            </a:endParaRPr>
          </a:p>
        </p:txBody>
      </p:sp>
    </p:spTree>
    <p:extLst>
      <p:ext uri="{BB962C8B-B14F-4D97-AF65-F5344CB8AC3E}">
        <p14:creationId xmlns:p14="http://schemas.microsoft.com/office/powerpoint/2010/main" val="3089828959"/>
      </p:ext>
    </p:extLst>
  </p:cSld>
  <p:clrMapOvr>
    <a:masterClrMapping/>
  </p:clrMapOvr>
</p:sld>
</file>

<file path=ppt/theme/theme1.xml><?xml version="1.0" encoding="utf-8"?>
<a:theme xmlns:a="http://schemas.openxmlformats.org/drawingml/2006/main" name="Office 主题​​">
  <a:themeElements>
    <a:clrScheme name="1-灰蓝">
      <a:dk1>
        <a:sysClr val="windowText" lastClr="000000"/>
      </a:dk1>
      <a:lt1>
        <a:sysClr val="window" lastClr="FFFFFF"/>
      </a:lt1>
      <a:dk2>
        <a:srgbClr val="44546A"/>
      </a:dk2>
      <a:lt2>
        <a:srgbClr val="E7E6E6"/>
      </a:lt2>
      <a:accent1>
        <a:srgbClr val="32497B"/>
      </a:accent1>
      <a:accent2>
        <a:srgbClr val="D9D9D9"/>
      </a:accent2>
      <a:accent3>
        <a:srgbClr val="F2F2F2"/>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617</TotalTime>
  <Words>2807</Words>
  <Application>Microsoft Macintosh PowerPoint</Application>
  <PresentationFormat>宽屏</PresentationFormat>
  <Paragraphs>345</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等线</vt:lpstr>
      <vt:lpstr>思源黑体 CN Regular</vt:lpstr>
      <vt:lpstr>微软雅黑</vt:lpstr>
      <vt:lpstr>Arial</vt:lpstr>
      <vt:lpstr>Roboto</vt:lpstr>
      <vt:lpstr>Roboto Regular</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香 草</dc:creator>
  <cp:lastModifiedBy>e51222</cp:lastModifiedBy>
  <cp:revision>337</cp:revision>
  <dcterms:created xsi:type="dcterms:W3CDTF">2024-12-30T12:20:17Z</dcterms:created>
  <dcterms:modified xsi:type="dcterms:W3CDTF">2026-08-20T20:00:15Z</dcterms:modified>
</cp:coreProperties>
</file>