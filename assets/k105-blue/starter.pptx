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97f8486a24518" /><Relationship Type="http://schemas.openxmlformats.org/officeDocument/2006/relationships/extended-properties" Target="/docProps/app.xml" Id="R90202c3684a44715" /><Relationship Type="http://schemas.openxmlformats.org/officeDocument/2006/relationships/officeDocument" Target="/ppt/presentation.xml" Id="R4b9775a7751745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fda1ac22440b5"/>
  </p:sldMasterIdLst>
  <p:notesMasterIdLst>
    <p:notesMasterId xmlns:r="http://schemas.openxmlformats.org/officeDocument/2006/relationships" r:id="R0975751ede074613"/>
  </p:notesMasterIdLst>
  <p:sldIdLst>
    <p:sldId xmlns:r="http://schemas.openxmlformats.org/officeDocument/2006/relationships" id="256" r:id="R248045a2010f4cb4"/>
    <p:sldId xmlns:r="http://schemas.openxmlformats.org/officeDocument/2006/relationships" id="257" r:id="Rf22d5972ae24412b"/>
    <p:sldId xmlns:r="http://schemas.openxmlformats.org/officeDocument/2006/relationships" id="258" r:id="R0c741b8d92a64157"/>
    <p:sldId xmlns:r="http://schemas.openxmlformats.org/officeDocument/2006/relationships" id="259" r:id="R76a630c1aa334e5d"/>
    <p:sldId xmlns:r="http://schemas.openxmlformats.org/officeDocument/2006/relationships" id="260" r:id="R545c9e08ea094991"/>
    <p:sldId xmlns:r="http://schemas.openxmlformats.org/officeDocument/2006/relationships" id="261" r:id="Ra62fde6ecebe47ab"/>
    <p:sldId xmlns:r="http://schemas.openxmlformats.org/officeDocument/2006/relationships" id="262" r:id="R80da06fa02584cec"/>
    <p:sldId xmlns:r="http://schemas.openxmlformats.org/officeDocument/2006/relationships" id="263" r:id="Ra98191c4b08943c4"/>
    <p:sldId xmlns:r="http://schemas.openxmlformats.org/officeDocument/2006/relationships" id="264" r:id="Rdd713250db1c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4b8986afe14d8b" /><Relationship Type="http://schemas.openxmlformats.org/officeDocument/2006/relationships/slideMaster" Target="/ppt/slideMasters/slideMaster1.xml" Id="R6c1fda1ac22440b5" /><Relationship Type="http://schemas.openxmlformats.org/officeDocument/2006/relationships/notesMaster" Target="/ppt/notesMasters/notesMaster1.xml" Id="R0975751ede074613" /><Relationship Type="http://schemas.openxmlformats.org/officeDocument/2006/relationships/presProps" Target="/ppt/presProps.xml" Id="R1ed5319cc06f4865" /><Relationship Type="http://schemas.openxmlformats.org/officeDocument/2006/relationships/tableStyles" Target="/ppt/tableStyles.xml" Id="Rf42239789b614676" /><Relationship Type="http://schemas.openxmlformats.org/officeDocument/2006/relationships/slide" Target="/ppt/slides/slide1.xml" Id="R248045a2010f4cb4" /><Relationship Type="http://schemas.openxmlformats.org/officeDocument/2006/relationships/slide" Target="/ppt/slides/slide2.xml" Id="Rf22d5972ae24412b" /><Relationship Type="http://schemas.openxmlformats.org/officeDocument/2006/relationships/slide" Target="/ppt/slides/slide3.xml" Id="R0c741b8d92a64157" /><Relationship Type="http://schemas.openxmlformats.org/officeDocument/2006/relationships/slide" Target="/ppt/slides/slide4.xml" Id="R76a630c1aa334e5d" /><Relationship Type="http://schemas.openxmlformats.org/officeDocument/2006/relationships/slide" Target="/ppt/slides/slide5.xml" Id="R545c9e08ea094991" /><Relationship Type="http://schemas.openxmlformats.org/officeDocument/2006/relationships/slide" Target="/ppt/slides/slide6.xml" Id="Ra62fde6ecebe47ab" /><Relationship Type="http://schemas.openxmlformats.org/officeDocument/2006/relationships/slide" Target="/ppt/slides/slide7.xml" Id="R80da06fa02584cec" /><Relationship Type="http://schemas.openxmlformats.org/officeDocument/2006/relationships/slide" Target="/ppt/slides/slide8.xml" Id="Ra98191c4b08943c4" /><Relationship Type="http://schemas.openxmlformats.org/officeDocument/2006/relationships/slide" Target="/ppt/slides/slide9.xml" Id="Rdd713250db1c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7d38920c8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b1dbcfe6194036" /><Relationship Type="http://schemas.openxmlformats.org/officeDocument/2006/relationships/notesMaster" Target="/ppt/notesMasters/notesMaster1.xml" Id="R85bf8b8916c64d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865a0ead34774" /><Relationship Type="http://schemas.openxmlformats.org/officeDocument/2006/relationships/notesMaster" Target="/ppt/notesMasters/notesMaster1.xml" Id="R02dc558c4874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56d10b6944869" /><Relationship Type="http://schemas.openxmlformats.org/officeDocument/2006/relationships/notesMaster" Target="/ppt/notesMasters/notesMaster1.xml" Id="R711b969e4696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cd8a1535b49be" /><Relationship Type="http://schemas.openxmlformats.org/officeDocument/2006/relationships/notesMaster" Target="/ppt/notesMasters/notesMaster1.xml" Id="Rad8b07996419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d73a3a70e24457" /><Relationship Type="http://schemas.openxmlformats.org/officeDocument/2006/relationships/notesMaster" Target="/ppt/notesMasters/notesMaster1.xml" Id="R6118d1715bfc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7d3988ac9840b6" /><Relationship Type="http://schemas.openxmlformats.org/officeDocument/2006/relationships/notesMaster" Target="/ppt/notesMasters/notesMaster1.xml" Id="Ra373751fe04c49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131a4a6854593" /><Relationship Type="http://schemas.openxmlformats.org/officeDocument/2006/relationships/notesMaster" Target="/ppt/notesMasters/notesMaster1.xml" Id="Rfc00f8a1c78a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052690d05d4af0" /><Relationship Type="http://schemas.openxmlformats.org/officeDocument/2006/relationships/notesMaster" Target="/ppt/notesMasters/notesMaster1.xml" Id="Ra52e458f27c7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60b2c9e6194d07" /><Relationship Type="http://schemas.openxmlformats.org/officeDocument/2006/relationships/notesMaster" Target="/ppt/notesMasters/notesMaster1.xml" Id="R43d3604f19d1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K105干净版式示意，仅含编辑标签，无示例论文或演示数据。普通任务通过同源组件创建已填充页面，不将这些标签带入成品。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a409a102b46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a63ad24b24c75" /><Relationship Type="http://schemas.openxmlformats.org/officeDocument/2006/relationships/slideLayout" Target="/ppt/slideLayouts/slideLayout1.xml" Id="R12ebe07e3e39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ebe07e3e39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d9eeaf3ae4f1f" /><Relationship Type="http://schemas.openxmlformats.org/officeDocument/2006/relationships/notesSlide" Target="/ppt/notesSlides/notesSlide1.xml" Id="R0d0c66e6ebba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6a49afc14d55" /><Relationship Type="http://schemas.openxmlformats.org/officeDocument/2006/relationships/notesSlide" Target="/ppt/notesSlides/notesSlide2.xml" Id="R8d638c08f1fa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eed88bcd54423" /><Relationship Type="http://schemas.openxmlformats.org/officeDocument/2006/relationships/notesSlide" Target="/ppt/notesSlides/notesSlide3.xml" Id="Rdbb4c8567d3a49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1491a2ea44e2a" /><Relationship Type="http://schemas.openxmlformats.org/officeDocument/2006/relationships/notesSlide" Target="/ppt/notesSlides/notesSlide4.xml" Id="R28c1c4805a8843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7272d910646b2" /><Relationship Type="http://schemas.openxmlformats.org/officeDocument/2006/relationships/notesSlide" Target="/ppt/notesSlides/notesSlide5.xml" Id="R7a5d075d27664e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b39adf4e04d33" /><Relationship Type="http://schemas.openxmlformats.org/officeDocument/2006/relationships/notesSlide" Target="/ppt/notesSlides/notesSlide6.xml" Id="Rf881f434430340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eac2a37694d80" /><Relationship Type="http://schemas.openxmlformats.org/officeDocument/2006/relationships/notesSlide" Target="/ppt/notesSlides/notesSlide7.xml" Id="R1f8f8f917e9b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32b8e026462f" /><Relationship Type="http://schemas.openxmlformats.org/officeDocument/2006/relationships/notesSlide" Target="/ppt/notesSlides/notesSlide8.xml" Id="R2b0d7853924949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824fcc6824ddf" /><Relationship Type="http://schemas.openxmlformats.org/officeDocument/2006/relationships/notesSlide" Target="/ppt/notesSlides/notesSlide9.xml" Id="R465394441f3a42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2110D-C4AE-4E40-9337-4A213A67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3775"/>
            <a:ext cx="12192000" cy="24934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2B41E-7C62-4A08-8E08-F1C7457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262633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F3DE-411E-4B82-AAEC-119C40AF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363645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1D043-24C5-4D46-AB6B-C30E7531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464668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E2BD2-0A97-49D5-8B2C-15EC4B16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37646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438FF-CDD1-48BF-BE02-BAB1D3F3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17" y="6436624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172C8-BE1B-41B6-B533-5621A5A4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111" y="6335611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1CA2E-4988-4E94-9979-D23220D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论文题名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FBA9-CA44-4A85-A4F2-2054FC79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研究主题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B72E2-566C-4219-A68D-93B7C49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9715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论文出处</a:t>
            </a:r>
          </a:p>
        </p:txBody>
      </p:sp>
    </p:spTree>
    <p:extLst>
      <p:ext uri="{BB962C8B-B14F-4D97-AF65-F5344CB8AC3E}">
        <p14:creationId xmlns:p14="http://schemas.microsoft.com/office/powerpoint/2010/main" val="1402679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8EA3D-E539-414F-97AF-4227F758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3D59B-18EA-43EC-99D7-F5212B7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8FD1C-40B4-46DD-9047-F7F707D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8790E-51E3-4CFA-8BD1-24C4D890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82F5C-2E14-4B4C-9890-1AD72577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BEC4A-36C0-4869-9CAB-B60EC6C6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53750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研究背景与待解决的问题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D2945-2B8D-4393-B429-2B734153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4061"/>
            <a:ext cx="10953750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方法选择与比较条件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C541D-BB38-42CC-A533-6C3D21F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1298"/>
            <a:ext cx="10953750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需要核验的关键证据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9B659-DDFF-4790-847C-9380796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93C91-24BD-4CF7-9406-99A48EF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AE565-D1B6-469C-8AEF-BF0B91D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1033750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D629-C914-4309-A6DB-686FEDA8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BA684-D3F6-434A-BAD9-95D642E6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单图与解释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BF162-CB38-409A-9FDA-1CAC5FD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F333F-CA06-4B14-97B5-85147D8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1AFBD-3AB0-4FBB-AA08-97D84994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A1868-E314-4276-9A01-0D091BCF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5238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62CB1-862F-4289-9F05-6F2B1AE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3238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原文图表区域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0D00F-E916-4A1D-9AD3-44FCB07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14475"/>
            <a:ext cx="5095875" cy="34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实验条件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67DB6-52B8-46CD-ACF6-BBF3ADB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9803"/>
            <a:ext cx="5095875" cy="34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图表支持的结论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9DD4F-CF10-40DC-BC34-7366220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45130"/>
            <a:ext cx="5095875" cy="34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结论适用范围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AF48-8194-4739-A8D2-61B1DCA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F8DFD-98BF-4E4D-9ED3-6B06128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本页要点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31A9A-954E-40E5-BDEB-B9478F7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1083876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20E88-F7FD-4DED-B7D6-05C1BD9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2D626-7E02-4ED4-BFB1-EC4B9F4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并列图表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1E295-D4A9-43CE-BDA0-21D8963F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B5DD1-6142-4E8F-8458-93E49447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3C9BD-16E0-44D1-86FC-2EE479D1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DAD13-A1C9-4F8F-B786-EC07C41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5238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043C-6241-4D03-B598-44492B9B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3238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原文图表区域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DAFFE-B8A6-43A2-BEE8-875D4D9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76375"/>
            <a:ext cx="5238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FC126-0426-4939-A4FC-32BCECF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3238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原文图表区域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612B9-7D72-4FB1-A00E-1D3B1168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51435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图表说明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D6ECC-1ADA-4D41-86FF-1825801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81600"/>
            <a:ext cx="51435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图表说明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84D3-D728-46A2-B61C-1DA132E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3946C-71AD-4F02-BA87-13451405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本页要点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DCA65-8042-4F50-8303-8CAC70FC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91985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E8D43-7838-41AF-A3FD-AD2206D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1E0B3-139F-4B9C-8739-C4E313C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实验条件对比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B6FAC-D346-46FA-B4F9-43C9223E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DBA9-B5B7-48E0-A8D9-D402605F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88D85-BBCE-4EC1-9F01-67BEADF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0550" y="1343025"/>
          <a:ext xmlns:a="http://schemas.openxmlformats.org/drawingml/2006/main" cx="1099185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286250"/>
                <a:gridCol w="4286250"/>
              </a:tblGrid>
              <a:tr h="9477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比较维度</a:t>
                      </a:r>
                    </a:p>
                  </a:txBody>
                  <a:tcPr marL="114300" marR="114300" marT="95250" marB="76200" anchor="ctr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条件一</a:t>
                      </a:r>
                    </a:p>
                  </a:txBody>
                  <a:tcPr marL="114300" marR="114300" marT="95250" marB="76200" anchor="ctr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条件二</a:t>
                      </a:r>
                    </a:p>
                  </a:txBody>
                  <a:tcPr marL="114300" marR="114300" marT="95250" marB="76200" anchor="ctr">
                    <a:solidFill>
                      <a:srgbClr val="32497B"/>
                    </a:solidFill>
                  </a:tcPr>
                </a:tc>
              </a:tr>
              <a:tr h="9477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实验设置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9477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主要结果</a:t>
                      </a:r>
                    </a:p>
                  </a:txBody>
                  <a:tcPr marL="114300" marR="114300" marT="95250" marB="76200" anchor="ctr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E9EDF5"/>
                    </a:solidFill>
                  </a:tcPr>
                </a:tc>
              </a:tr>
              <a:tr h="9477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适用边界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Source Han Sans CN"/>
                          <a:ea typeface="Source Han Sans CN"/>
                          <a:cs typeface="Source Han Sans CN"/>
                        </a:rPr>
                        <a:t>据原文填写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DBB0C-4272-4A01-A189-73D3A0B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8276-FA18-410E-A734-6AE8EF2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本页要点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75BD3-1742-4168-B897-7223910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230205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3F9D1-96BB-407B-9042-B8D292A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FC1C9-03A2-4766-9F19-6A8FE61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关键方法步骤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B21DD-AA2B-44BA-9FFF-0B22A49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50891-E283-4CC1-A43F-8E87697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BA85C-E16E-4A54-A1F7-18A126F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4482A-9E2C-4C94-8EF9-847515DE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方法的输入与前提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1752E-68D8-4650-AFAD-4230257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4479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31CDE-B8E3-4216-A0F1-D2FD47B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5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8A0C4-E9F3-4BB5-80F3-65BE45CA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90850"/>
            <a:ext cx="2314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信号与已知参数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90738-3F59-469E-877A-258758F4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28825"/>
            <a:ext cx="24479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3CFAB-9568-4992-AEE0-8EC57AD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28850"/>
            <a:ext cx="225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19A96-30E4-45CE-A137-6E7E3D1D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2314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目标函数与约束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8F6EF-895E-41B2-B7CE-319DD1BD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24479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5E288-C1C1-4C51-AF38-A813F0A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25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求解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1E9BE-2963-4279-99E3-F16158F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90850"/>
            <a:ext cx="2314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关键更新步骤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52331-DF3F-4111-9B86-E7F2E3E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28825"/>
            <a:ext cx="24479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9525">
            <a:solidFill>
              <a:srgbClr val="A9B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7A2E4-CDE7-461F-8B68-4B5D534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28850"/>
            <a:ext cx="225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54013-EA4E-43C6-A441-2D7BA2C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2314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结果与停止条件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38475" y="23764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497B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86450" y="23764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497B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34425" y="23764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2497B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03A0B-3D32-4FB6-B4C0-BBAD717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386F7-866F-44CC-A28D-F81E638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10991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迭代或终止条件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76FBF-1869-4AB7-BAE8-E36648AD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85902-F88B-4E4F-AC75-40ADBF70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方法输出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F38C1-8DE8-49F6-B41E-9298A62C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1652487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6D62C-7354-452B-8E8E-8510BCAD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95275"/>
            <a:ext cx="22860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669AC-D404-45C2-8B2F-D50B243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结论与讨论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D01DF-3526-4550-9F66-8964995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43FA-E9C8-474D-A65D-29EFC002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38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5AAB9-D477-4500-A78D-141185E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05575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58414-D4B8-43C1-BCBA-876800CF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5375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主要发现与证据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509E1-E8B4-4BFE-AE77-4C309CE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1695"/>
            <a:ext cx="1095375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方法局限与适用范围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62326-CA42-4967-8DD6-816014D2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7040"/>
            <a:ext cx="1095375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52B35"/>
                </a:solidFill>
                <a:latin typeface="Source Han Sans CN"/>
                <a:ea typeface="Source Han Sans CN"/>
                <a:cs typeface="Source Han Sans CN"/>
              </a:rPr>
              <a:t>需要进一步验证的问题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601CE-4BCE-43DA-90E2-DBB418F0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FEDC3-B929-43B8-8FBB-E8E91D7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F320-8D2B-4EEC-B573-4D5022A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29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050" b="0">
                <a:solidFill>
                  <a:srgbClr val="626873"/>
                </a:solidFill>
                <a:latin typeface="Source Han Sans CN"/>
                <a:ea typeface="Source Han Sans CN"/>
                <a:cs typeface="Source Han Sans CN"/>
              </a:rPr>
              <a:t>来源标识与页码</a:t>
            </a:r>
          </a:p>
        </p:txBody>
      </p:sp>
    </p:spTree>
    <p:extLst>
      <p:ext uri="{BB962C8B-B14F-4D97-AF65-F5344CB8AC3E}">
        <p14:creationId xmlns:p14="http://schemas.microsoft.com/office/powerpoint/2010/main" val="1287790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40640-6882-4D7B-AE87-BB166CB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9" y="161266"/>
            <a:ext cx="11870042" cy="6535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2497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4CC48-699B-46BD-A722-BD45529A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835" y="161266"/>
            <a:ext cx="2606331" cy="152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9F21C-18DA-4F43-A04A-CF2E643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346" y="337552"/>
            <a:ext cx="1595309" cy="923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54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A2A5-1A83-40E4-BF1A-42B1AFC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43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D6DBE5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D6DBE5"/>
                </a:solidFill>
                <a:latin typeface="Source Han Sans CN"/>
                <a:ea typeface="Source Han Sans CN"/>
                <a:cs typeface="Source Han Sans CN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FE693-D4DD-45FF-8A73-DBEFD69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37" y="2164867"/>
            <a:ext cx="668497" cy="636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0778B-4E17-410D-B611-D17E57F3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9863"/>
            <a:ext cx="581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D39FA-7CE8-4C86-BB0F-2FD64C37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727" y="2283170"/>
            <a:ext cx="86201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rPr>
              <a:t>第一篇论文的研究主题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F33ED-77AC-4E80-9E63-1022BC4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3170"/>
            <a:ext cx="80010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E06C1-03CB-4B37-9F2F-5CAA958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37" y="3122516"/>
            <a:ext cx="668497" cy="636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D457E-EFA9-4130-948D-3085C909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7512"/>
            <a:ext cx="581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9FEE6-0E91-47A7-814F-90EC93EC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727" y="3240819"/>
            <a:ext cx="86201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rPr>
              <a:t>第二篇论文的研究主题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3562B-A03A-46E9-B923-337042A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40819"/>
            <a:ext cx="80010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1057A-5B14-4498-814D-2F8857C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37" y="4080165"/>
            <a:ext cx="668497" cy="636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4A577-9894-4CE2-8DA0-8CE2F7CE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5161"/>
            <a:ext cx="5810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4FDFA-FA4E-4167-A6B0-B68EB35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727" y="4198468"/>
            <a:ext cx="86201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000000"/>
                </a:solidFill>
                <a:latin typeface="Source Han Sans CN"/>
                <a:ea typeface="Source Han Sans CN"/>
                <a:cs typeface="Source Han Sans CN"/>
              </a:rPr>
              <a:t>综合比较与讨论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636DE-B885-4C72-94E2-F1A3DB92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8468"/>
            <a:ext cx="80010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>
                <a:solidFill>
                  <a:srgbClr val="32497B"/>
                </a:solidFill>
                <a:latin typeface="Source Han Sans CN"/>
                <a:ea typeface="Source Han Sans CN"/>
                <a:cs typeface="Source Han Sans C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133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9267D-53A2-47DF-9FCC-D6547C4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3742"/>
            <a:ext cx="12192000" cy="2493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22C66-0F1C-4C0F-815C-CA8C98C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262633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C2C01-4214-49CD-8FDF-359D6B75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363645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50E2-52AF-4999-9CE8-03C6AB54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7" y="464668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77473-EF82-4DD0-85E8-C778CD3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37646"/>
            <a:ext cx="596598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86FD7-45C9-4374-BE3F-7F3D41C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817" y="6436624"/>
            <a:ext cx="432806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C7B65-F12F-4165-B104-4B4D6626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111" y="6335611"/>
            <a:ext cx="291503" cy="60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8006-E90D-45D5-A226-E931CF4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26" y="2875738"/>
            <a:ext cx="9623148" cy="769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44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汇报完毕，敬请老师同学批评指正！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1332938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2026-09-06T12:45:22.6620000Z</dcterms:created>
  <dcterms:modified xsi:type="dcterms:W3CDTF">2026-09-06T12:45:22.6620000Z</dcterms:modified>
</coreProperties>
</file>